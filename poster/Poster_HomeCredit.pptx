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m" ContentType="application/vnd.ms-excel.sheet.macroEnabled.12"/>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1"/>
  </p:sldMasterIdLst>
  <p:notesMasterIdLst>
    <p:notesMasterId r:id="rId3"/>
  </p:notesMasterIdLst>
  <p:handoutMasterIdLst>
    <p:handoutMasterId r:id="rId4"/>
  </p:handoutMasterIdLst>
  <p:sldIdLst>
    <p:sldId id="257" r:id="rId2"/>
  </p:sldIdLst>
  <p:sldSz cx="37463413" cy="21067713"/>
  <p:notesSz cx="6858000" cy="9144000"/>
  <p:defaultTextStyle>
    <a:defPPr>
      <a:defRPr lang="en-US"/>
    </a:defPPr>
    <a:lvl1pPr marL="0" algn="l" defTabSz="2809388" rtl="0" eaLnBrk="1" latinLnBrk="0" hangingPunct="1">
      <a:defRPr sz="5531" kern="1200">
        <a:solidFill>
          <a:schemeClr val="tx1"/>
        </a:solidFill>
        <a:latin typeface="+mn-lt"/>
        <a:ea typeface="+mn-ea"/>
        <a:cs typeface="+mn-cs"/>
      </a:defRPr>
    </a:lvl1pPr>
    <a:lvl2pPr marL="1404694" algn="l" defTabSz="2809388" rtl="0" eaLnBrk="1" latinLnBrk="0" hangingPunct="1">
      <a:defRPr sz="5531" kern="1200">
        <a:solidFill>
          <a:schemeClr val="tx1"/>
        </a:solidFill>
        <a:latin typeface="+mn-lt"/>
        <a:ea typeface="+mn-ea"/>
        <a:cs typeface="+mn-cs"/>
      </a:defRPr>
    </a:lvl2pPr>
    <a:lvl3pPr marL="2809388" algn="l" defTabSz="2809388" rtl="0" eaLnBrk="1" latinLnBrk="0" hangingPunct="1">
      <a:defRPr sz="5531" kern="1200">
        <a:solidFill>
          <a:schemeClr val="tx1"/>
        </a:solidFill>
        <a:latin typeface="+mn-lt"/>
        <a:ea typeface="+mn-ea"/>
        <a:cs typeface="+mn-cs"/>
      </a:defRPr>
    </a:lvl3pPr>
    <a:lvl4pPr marL="4214082" algn="l" defTabSz="2809388" rtl="0" eaLnBrk="1" latinLnBrk="0" hangingPunct="1">
      <a:defRPr sz="5531" kern="1200">
        <a:solidFill>
          <a:schemeClr val="tx1"/>
        </a:solidFill>
        <a:latin typeface="+mn-lt"/>
        <a:ea typeface="+mn-ea"/>
        <a:cs typeface="+mn-cs"/>
      </a:defRPr>
    </a:lvl4pPr>
    <a:lvl5pPr marL="5618776" algn="l" defTabSz="2809388" rtl="0" eaLnBrk="1" latinLnBrk="0" hangingPunct="1">
      <a:defRPr sz="5531" kern="1200">
        <a:solidFill>
          <a:schemeClr val="tx1"/>
        </a:solidFill>
        <a:latin typeface="+mn-lt"/>
        <a:ea typeface="+mn-ea"/>
        <a:cs typeface="+mn-cs"/>
      </a:defRPr>
    </a:lvl5pPr>
    <a:lvl6pPr marL="7023470" algn="l" defTabSz="2809388" rtl="0" eaLnBrk="1" latinLnBrk="0" hangingPunct="1">
      <a:defRPr sz="5531" kern="1200">
        <a:solidFill>
          <a:schemeClr val="tx1"/>
        </a:solidFill>
        <a:latin typeface="+mn-lt"/>
        <a:ea typeface="+mn-ea"/>
        <a:cs typeface="+mn-cs"/>
      </a:defRPr>
    </a:lvl6pPr>
    <a:lvl7pPr marL="8428163" algn="l" defTabSz="2809388" rtl="0" eaLnBrk="1" latinLnBrk="0" hangingPunct="1">
      <a:defRPr sz="5531" kern="1200">
        <a:solidFill>
          <a:schemeClr val="tx1"/>
        </a:solidFill>
        <a:latin typeface="+mn-lt"/>
        <a:ea typeface="+mn-ea"/>
        <a:cs typeface="+mn-cs"/>
      </a:defRPr>
    </a:lvl7pPr>
    <a:lvl8pPr marL="9832858" algn="l" defTabSz="2809388" rtl="0" eaLnBrk="1" latinLnBrk="0" hangingPunct="1">
      <a:defRPr sz="5531" kern="1200">
        <a:solidFill>
          <a:schemeClr val="tx1"/>
        </a:solidFill>
        <a:latin typeface="+mn-lt"/>
        <a:ea typeface="+mn-ea"/>
        <a:cs typeface="+mn-cs"/>
      </a:defRPr>
    </a:lvl8pPr>
    <a:lvl9pPr marL="11237552" algn="l" defTabSz="2809388" rtl="0" eaLnBrk="1" latinLnBrk="0" hangingPunct="1">
      <a:defRPr sz="5531"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32" userDrawn="1">
          <p15:clr>
            <a:srgbClr val="A4A3A4"/>
          </p15:clr>
        </p15:guide>
        <p15:guide id="2" orient="horz" pos="3396" userDrawn="1">
          <p15:clr>
            <a:srgbClr val="A4A3A4"/>
          </p15:clr>
        </p15:guide>
        <p15:guide id="3" pos="23056" userDrawn="1">
          <p15:clr>
            <a:srgbClr val="A4A3A4"/>
          </p15:clr>
        </p15:guide>
        <p15:guide id="4" pos="520" userDrawn="1">
          <p15:clr>
            <a:srgbClr val="A4A3A4"/>
          </p15:clr>
        </p15:guide>
        <p15:guide id="5" pos="5848" userDrawn="1">
          <p15:clr>
            <a:srgbClr val="A4A3A4"/>
          </p15:clr>
        </p15:guide>
        <p15:guide id="6" pos="6232" userDrawn="1">
          <p15:clr>
            <a:srgbClr val="A4A3A4"/>
          </p15:clr>
        </p15:guide>
        <p15:guide id="7" pos="11608" userDrawn="1">
          <p15:clr>
            <a:srgbClr val="A4A3A4"/>
          </p15:clr>
        </p15:guide>
        <p15:guide id="8" pos="11992" userDrawn="1">
          <p15:clr>
            <a:srgbClr val="A4A3A4"/>
          </p15:clr>
        </p15:guide>
        <p15:guide id="9" pos="17368" userDrawn="1">
          <p15:clr>
            <a:srgbClr val="A4A3A4"/>
          </p15:clr>
        </p15:guide>
        <p15:guide id="10" pos="17752" userDrawn="1">
          <p15:clr>
            <a:srgbClr val="A4A3A4"/>
          </p15:clr>
        </p15:guide>
        <p15:guide id="11" orient="horz" pos="12684" userDrawn="1">
          <p15:clr>
            <a:srgbClr val="A4A3A4"/>
          </p15:clr>
        </p15:guide>
        <p15:guide id="12" orient="horz" pos="363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634"/>
    <p:restoredTop sz="94655"/>
  </p:normalViewPr>
  <p:slideViewPr>
    <p:cSldViewPr snapToGrid="0" snapToObjects="1">
      <p:cViewPr varScale="1">
        <p:scale>
          <a:sx n="28" d="100"/>
          <a:sy n="28" d="100"/>
        </p:scale>
        <p:origin x="567" y="51"/>
      </p:cViewPr>
      <p:guideLst>
        <p:guide orient="horz" pos="3132"/>
        <p:guide orient="horz" pos="3396"/>
        <p:guide pos="23056"/>
        <p:guide pos="520"/>
        <p:guide pos="5848"/>
        <p:guide pos="6232"/>
        <p:guide pos="11608"/>
        <p:guide pos="11992"/>
        <p:guide pos="17368"/>
        <p:guide pos="17752"/>
        <p:guide orient="horz" pos="12684"/>
        <p:guide orient="horz" pos="3636"/>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64" d="100"/>
          <a:sy n="64" d="100"/>
        </p:scale>
        <p:origin x="2832" y="6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Macro-Enabled_Worksheet.xlsm"/></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Macro-Enabled_Worksheet1.xlsm"/></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Macro-Enabled_Worksheet2.xlsm"/></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Macro-Enabled_Worksheet3.xlsm"/></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200" b="1" i="0" u="none" strike="noStrike" kern="1200" spc="0" baseline="0">
                <a:solidFill>
                  <a:schemeClr val="tx1"/>
                </a:solidFill>
                <a:latin typeface="+mn-lt"/>
                <a:ea typeface="+mn-ea"/>
                <a:cs typeface="+mn-cs"/>
              </a:defRPr>
            </a:pPr>
            <a:r>
              <a:rPr lang="en-US" sz="2800" b="1" dirty="0">
                <a:solidFill>
                  <a:schemeClr val="tx1">
                    <a:lumMod val="75000"/>
                  </a:schemeClr>
                </a:solidFill>
              </a:rPr>
              <a:t>Chart</a:t>
            </a:r>
            <a:r>
              <a:rPr lang="en-US" sz="2800" b="1" baseline="0" dirty="0">
                <a:solidFill>
                  <a:schemeClr val="tx1">
                    <a:lumMod val="75000"/>
                  </a:schemeClr>
                </a:solidFill>
              </a:rPr>
              <a:t> Title</a:t>
            </a:r>
            <a:endParaRPr lang="en-US" sz="2800" b="1" dirty="0">
              <a:solidFill>
                <a:schemeClr val="tx1">
                  <a:lumMod val="75000"/>
                </a:schemeClr>
              </a:solidFill>
            </a:endParaRPr>
          </a:p>
        </c:rich>
      </c:tx>
      <c:layout>
        <c:manualLayout>
          <c:xMode val="edge"/>
          <c:yMode val="edge"/>
          <c:x val="0.27172467561733199"/>
          <c:y val="7.74418450283028E-2"/>
        </c:manualLayout>
      </c:layout>
      <c:overlay val="0"/>
      <c:spPr>
        <a:noFill/>
        <a:ln w="22320">
          <a:noFill/>
        </a:ln>
      </c:spPr>
    </c:title>
    <c:autoTitleDeleted val="0"/>
    <c:plotArea>
      <c:layout>
        <c:manualLayout>
          <c:layoutTarget val="inner"/>
          <c:xMode val="edge"/>
          <c:yMode val="edge"/>
          <c:x val="0.22653482922166901"/>
          <c:y val="0.25066558538822198"/>
          <c:w val="0.48851480408394199"/>
          <c:h val="0.56265651418469398"/>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0DEC-4280-8724-1754C4A327CC}"/>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0DEC-4280-8724-1754C4A327CC}"/>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0DEC-4280-8724-1754C4A327CC}"/>
              </c:ext>
            </c:extLst>
          </c:dPt>
          <c:cat>
            <c:strRef>
              <c:f>Sheet1!$A$2:$A$4</c:f>
              <c:strCache>
                <c:ptCount val="3"/>
                <c:pt idx="0">
                  <c:v>Series 1</c:v>
                </c:pt>
                <c:pt idx="1">
                  <c:v>Series 2</c:v>
                </c:pt>
                <c:pt idx="2">
                  <c:v>Series 3</c:v>
                </c:pt>
              </c:strCache>
            </c:strRef>
          </c:cat>
          <c:val>
            <c:numRef>
              <c:f>Sheet1!$B$2:$B$4</c:f>
              <c:numCache>
                <c:formatCode>General</c:formatCode>
                <c:ptCount val="3"/>
                <c:pt idx="0">
                  <c:v>8.1999999999999993</c:v>
                </c:pt>
                <c:pt idx="1">
                  <c:v>3.2</c:v>
                </c:pt>
                <c:pt idx="2">
                  <c:v>1.4</c:v>
                </c:pt>
              </c:numCache>
            </c:numRef>
          </c:val>
          <c:extLst>
            <c:ext xmlns:c16="http://schemas.microsoft.com/office/drawing/2014/chart" uri="{C3380CC4-5D6E-409C-BE32-E72D297353CC}">
              <c16:uniqueId val="{00000006-0DEC-4280-8724-1754C4A327CC}"/>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ayout>
        <c:manualLayout>
          <c:xMode val="edge"/>
          <c:yMode val="edge"/>
          <c:x val="7.1208452113017805E-4"/>
          <c:y val="0.83775876038155295"/>
          <c:w val="0.99380536111794004"/>
          <c:h val="0.162241239618447"/>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lumMod val="75000"/>
                </a:schemeClr>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970" b="1" i="0" u="none" strike="noStrike" kern="1200" spc="0" baseline="0">
                <a:solidFill>
                  <a:schemeClr val="tx1">
                    <a:lumMod val="75000"/>
                  </a:schemeClr>
                </a:solidFill>
                <a:latin typeface="Arial" charset="0"/>
                <a:ea typeface="Arial" charset="0"/>
                <a:cs typeface="Arial" charset="0"/>
              </a:defRPr>
            </a:pPr>
            <a:r>
              <a:rPr lang="en-US" sz="2800" b="1" dirty="0">
                <a:solidFill>
                  <a:schemeClr val="tx1">
                    <a:lumMod val="75000"/>
                  </a:schemeClr>
                </a:solidFill>
                <a:latin typeface="Arial" charset="0"/>
                <a:ea typeface="Arial" charset="0"/>
                <a:cs typeface="Arial" charset="0"/>
              </a:rPr>
              <a:t>Chart</a:t>
            </a:r>
            <a:r>
              <a:rPr lang="en-US" sz="2800" b="1" baseline="0" dirty="0">
                <a:solidFill>
                  <a:schemeClr val="tx1">
                    <a:lumMod val="75000"/>
                  </a:schemeClr>
                </a:solidFill>
                <a:latin typeface="Arial" charset="0"/>
                <a:ea typeface="Arial" charset="0"/>
                <a:cs typeface="Arial" charset="0"/>
              </a:rPr>
              <a:t> Title</a:t>
            </a:r>
            <a:endParaRPr lang="en-US" sz="2800" b="1" dirty="0">
              <a:solidFill>
                <a:schemeClr val="tx1">
                  <a:lumMod val="75000"/>
                </a:schemeClr>
              </a:solidFill>
              <a:latin typeface="Arial" charset="0"/>
              <a:ea typeface="Arial" charset="0"/>
              <a:cs typeface="Arial" charset="0"/>
            </a:endParaRPr>
          </a:p>
        </c:rich>
      </c:tx>
      <c:layout>
        <c:manualLayout>
          <c:xMode val="edge"/>
          <c:yMode val="edge"/>
          <c:x val="0.37393724037690401"/>
          <c:y val="2.7265234382402199E-2"/>
        </c:manualLayout>
      </c:layout>
      <c:overlay val="0"/>
      <c:spPr>
        <a:noFill/>
        <a:ln w="37084">
          <a:noFill/>
        </a:ln>
      </c:spPr>
    </c:title>
    <c:autoTitleDeleted val="0"/>
    <c:plotArea>
      <c:layout>
        <c:manualLayout>
          <c:layoutTarget val="inner"/>
          <c:xMode val="edge"/>
          <c:yMode val="edge"/>
          <c:x val="7.1945587198555094E-2"/>
          <c:y val="0.18243447742298799"/>
          <c:w val="0.89237340955380096"/>
          <c:h val="0.57696002376578404"/>
        </c:manualLayout>
      </c:layout>
      <c:barChart>
        <c:barDir val="col"/>
        <c:grouping val="clustered"/>
        <c:varyColors val="0"/>
        <c:ser>
          <c:idx val="0"/>
          <c:order val="0"/>
          <c:tx>
            <c:strRef>
              <c:f>Sheet1!$B$1</c:f>
              <c:strCache>
                <c:ptCount val="1"/>
                <c:pt idx="0">
                  <c:v>Series 1</c:v>
                </c:pt>
              </c:strCache>
            </c:strRef>
          </c:tx>
          <c:spPr>
            <a:solidFill>
              <a:srgbClr val="005BBB"/>
            </a:solidFill>
            <a:ln w="37084">
              <a:noFill/>
            </a:ln>
          </c:spPr>
          <c:invertIfNegative val="0"/>
          <c:cat>
            <c:strRef>
              <c:f>Sheet1!$A$2:$A$5</c:f>
              <c:strCache>
                <c:ptCount val="4"/>
                <c:pt idx="0">
                  <c:v>category </c:v>
                </c:pt>
                <c:pt idx="1">
                  <c:v>category </c:v>
                </c:pt>
                <c:pt idx="2">
                  <c:v>category </c:v>
                </c:pt>
                <c:pt idx="3">
                  <c:v>category </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08E-4E9C-A89C-40A36B3FF286}"/>
            </c:ext>
          </c:extLst>
        </c:ser>
        <c:ser>
          <c:idx val="1"/>
          <c:order val="1"/>
          <c:tx>
            <c:strRef>
              <c:f>Sheet1!$C$1</c:f>
              <c:strCache>
                <c:ptCount val="1"/>
                <c:pt idx="0">
                  <c:v>Series 2</c:v>
                </c:pt>
              </c:strCache>
            </c:strRef>
          </c:tx>
          <c:spPr>
            <a:solidFill>
              <a:srgbClr val="41B6E6"/>
            </a:solidFill>
            <a:ln w="37084">
              <a:noFill/>
            </a:ln>
          </c:spPr>
          <c:invertIfNegative val="0"/>
          <c:cat>
            <c:strRef>
              <c:f>Sheet1!$A$2:$A$5</c:f>
              <c:strCache>
                <c:ptCount val="4"/>
                <c:pt idx="0">
                  <c:v>category </c:v>
                </c:pt>
                <c:pt idx="1">
                  <c:v>category </c:v>
                </c:pt>
                <c:pt idx="2">
                  <c:v>category </c:v>
                </c:pt>
                <c:pt idx="3">
                  <c:v>category </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108E-4E9C-A89C-40A36B3FF286}"/>
            </c:ext>
          </c:extLst>
        </c:ser>
        <c:ser>
          <c:idx val="2"/>
          <c:order val="2"/>
          <c:tx>
            <c:strRef>
              <c:f>Sheet1!$D$1</c:f>
              <c:strCache>
                <c:ptCount val="1"/>
                <c:pt idx="0">
                  <c:v>Series 3</c:v>
                </c:pt>
              </c:strCache>
            </c:strRef>
          </c:tx>
          <c:spPr>
            <a:solidFill>
              <a:srgbClr val="E56D54"/>
            </a:solidFill>
            <a:ln w="37084">
              <a:noFill/>
            </a:ln>
          </c:spPr>
          <c:invertIfNegative val="0"/>
          <c:cat>
            <c:strRef>
              <c:f>Sheet1!$A$2:$A$5</c:f>
              <c:strCache>
                <c:ptCount val="4"/>
                <c:pt idx="0">
                  <c:v>category </c:v>
                </c:pt>
                <c:pt idx="1">
                  <c:v>category </c:v>
                </c:pt>
                <c:pt idx="2">
                  <c:v>category </c:v>
                </c:pt>
                <c:pt idx="3">
                  <c:v>category </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108E-4E9C-A89C-40A36B3FF286}"/>
            </c:ext>
          </c:extLst>
        </c:ser>
        <c:dLbls>
          <c:showLegendKey val="0"/>
          <c:showVal val="0"/>
          <c:showCatName val="0"/>
          <c:showSerName val="0"/>
          <c:showPercent val="0"/>
          <c:showBubbleSize val="0"/>
        </c:dLbls>
        <c:gapWidth val="219"/>
        <c:overlap val="-27"/>
        <c:axId val="-2115156000"/>
        <c:axId val="-2114716240"/>
      </c:barChart>
      <c:catAx>
        <c:axId val="-2115156000"/>
        <c:scaling>
          <c:orientation val="minMax"/>
        </c:scaling>
        <c:delete val="0"/>
        <c:axPos val="b"/>
        <c:numFmt formatCode="General" sourceLinked="1"/>
        <c:majorTickMark val="none"/>
        <c:minorTickMark val="none"/>
        <c:tickLblPos val="nextTo"/>
        <c:spPr>
          <a:noFill/>
          <a:ln w="87983" cap="flat" cmpd="sng" algn="ctr">
            <a:solidFill>
              <a:schemeClr val="bg2">
                <a:lumMod val="50000"/>
              </a:schemeClr>
            </a:solidFill>
            <a:round/>
          </a:ln>
          <a:effectLst/>
        </c:spPr>
        <c:txPr>
          <a:bodyPr rot="-60000000" spcFirstLastPara="1" vertOverflow="ellipsis" vert="horz" wrap="square" anchor="ctr" anchorCtr="1"/>
          <a:lstStyle/>
          <a:p>
            <a:pPr>
              <a:defRPr sz="2800" b="0" i="0" u="none" strike="noStrike" kern="1200" baseline="0">
                <a:solidFill>
                  <a:schemeClr val="tx1">
                    <a:lumMod val="75000"/>
                  </a:schemeClr>
                </a:solidFill>
                <a:latin typeface="Arial" charset="0"/>
                <a:ea typeface="Arial" charset="0"/>
                <a:cs typeface="Arial" charset="0"/>
              </a:defRPr>
            </a:pPr>
            <a:endParaRPr lang="en-US"/>
          </a:p>
        </c:txPr>
        <c:crossAx val="-2114716240"/>
        <c:crosses val="autoZero"/>
        <c:auto val="1"/>
        <c:lblAlgn val="ctr"/>
        <c:lblOffset val="100"/>
        <c:noMultiLvlLbl val="0"/>
      </c:catAx>
      <c:valAx>
        <c:axId val="-2114716240"/>
        <c:scaling>
          <c:orientation val="minMax"/>
        </c:scaling>
        <c:delete val="0"/>
        <c:axPos val="l"/>
        <c:majorGridlines>
          <c:spPr>
            <a:ln w="20304" cap="flat" cmpd="sng" algn="ctr">
              <a:solidFill>
                <a:schemeClr val="tx1">
                  <a:lumMod val="60000"/>
                  <a:lumOff val="40000"/>
                </a:schemeClr>
              </a:solidFill>
              <a:prstDash val="dash"/>
              <a:round/>
            </a:ln>
            <a:effectLst/>
          </c:spPr>
        </c:majorGridlines>
        <c:numFmt formatCode="General" sourceLinked="1"/>
        <c:majorTickMark val="none"/>
        <c:minorTickMark val="none"/>
        <c:tickLblPos val="nextTo"/>
        <c:spPr>
          <a:ln w="9271">
            <a:noFill/>
          </a:ln>
        </c:spPr>
        <c:txPr>
          <a:bodyPr rot="-60000000" spcFirstLastPara="1" vertOverflow="ellipsis" vert="horz" wrap="square" anchor="ctr" anchorCtr="1"/>
          <a:lstStyle/>
          <a:p>
            <a:pPr>
              <a:defRPr sz="2552" b="0" i="0" u="none" strike="noStrike" kern="1200" baseline="0">
                <a:solidFill>
                  <a:schemeClr val="tx1">
                    <a:lumMod val="75000"/>
                  </a:schemeClr>
                </a:solidFill>
                <a:latin typeface="Arial" charset="0"/>
                <a:ea typeface="Arial" charset="0"/>
                <a:cs typeface="Arial" charset="0"/>
              </a:defRPr>
            </a:pPr>
            <a:endParaRPr lang="en-US"/>
          </a:p>
        </c:txPr>
        <c:crossAx val="-2115156000"/>
        <c:crosses val="autoZero"/>
        <c:crossBetween val="between"/>
      </c:valAx>
      <c:spPr>
        <a:noFill/>
        <a:ln w="37084">
          <a:noFill/>
        </a:ln>
      </c:spPr>
    </c:plotArea>
    <c:legend>
      <c:legendPos val="b"/>
      <c:legendEntry>
        <c:idx val="0"/>
        <c:txPr>
          <a:bodyPr rot="0" spcFirstLastPara="1" vertOverflow="ellipsis" vert="horz" wrap="square" anchor="ctr" anchorCtr="1"/>
          <a:lstStyle/>
          <a:p>
            <a:pPr>
              <a:defRPr sz="2400" b="0" i="0" u="none" strike="noStrike" kern="1200" baseline="0">
                <a:solidFill>
                  <a:schemeClr val="tx1">
                    <a:lumMod val="75000"/>
                  </a:schemeClr>
                </a:solidFill>
                <a:latin typeface="Arial" charset="0"/>
                <a:ea typeface="Arial" charset="0"/>
                <a:cs typeface="Arial" charset="0"/>
              </a:defRPr>
            </a:pPr>
            <a:endParaRPr lang="en-US"/>
          </a:p>
        </c:txPr>
      </c:legendEntry>
      <c:layout>
        <c:manualLayout>
          <c:xMode val="edge"/>
          <c:yMode val="edge"/>
          <c:x val="0.204359298821468"/>
          <c:y val="0.93121243896543104"/>
          <c:w val="0.62926879304402294"/>
          <c:h val="6.0968015008725798E-2"/>
        </c:manualLayout>
      </c:layout>
      <c:overlay val="0"/>
      <c:spPr>
        <a:noFill/>
        <a:ln w="37084">
          <a:noFill/>
        </a:ln>
      </c:spPr>
      <c:txPr>
        <a:bodyPr rot="0" spcFirstLastPara="1" vertOverflow="ellipsis" vert="horz" wrap="square" anchor="ctr" anchorCtr="1"/>
        <a:lstStyle/>
        <a:p>
          <a:pPr>
            <a:defRPr sz="2400" b="0" i="0" u="none" strike="noStrike" kern="1200" baseline="0">
              <a:solidFill>
                <a:schemeClr val="tx1">
                  <a:lumMod val="75000"/>
                </a:schemeClr>
              </a:solidFill>
              <a:latin typeface="Arial" charset="0"/>
              <a:ea typeface="Arial" charset="0"/>
              <a:cs typeface="Arial" charset="0"/>
            </a:defRPr>
          </a:pPr>
          <a:endParaRPr lang="en-US"/>
        </a:p>
      </c:txPr>
    </c:legend>
    <c:plotVisOnly val="1"/>
    <c:dispBlanksAs val="gap"/>
    <c:showDLblsOverMax val="0"/>
  </c:chart>
  <c:spPr>
    <a:solidFill>
      <a:schemeClr val="bg1">
        <a:alpha val="62000"/>
      </a:schemeClr>
    </a:solidFill>
    <a:ln>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200" b="1" i="0" u="none" strike="noStrike" kern="1200" spc="0" baseline="0">
                <a:solidFill>
                  <a:schemeClr val="tx1"/>
                </a:solidFill>
                <a:latin typeface="+mn-lt"/>
                <a:ea typeface="+mn-ea"/>
                <a:cs typeface="+mn-cs"/>
              </a:defRPr>
            </a:pPr>
            <a:r>
              <a:rPr lang="en-US" sz="2800" b="1" dirty="0">
                <a:solidFill>
                  <a:schemeClr val="tx1">
                    <a:lumMod val="75000"/>
                  </a:schemeClr>
                </a:solidFill>
              </a:rPr>
              <a:t>Chart</a:t>
            </a:r>
            <a:r>
              <a:rPr lang="en-US" sz="2800" b="1" baseline="0" dirty="0">
                <a:solidFill>
                  <a:schemeClr val="tx1">
                    <a:lumMod val="75000"/>
                  </a:schemeClr>
                </a:solidFill>
              </a:rPr>
              <a:t> Title</a:t>
            </a:r>
            <a:endParaRPr lang="en-US" sz="2800" b="1" dirty="0">
              <a:solidFill>
                <a:schemeClr val="tx1">
                  <a:lumMod val="75000"/>
                </a:schemeClr>
              </a:solidFill>
            </a:endParaRPr>
          </a:p>
        </c:rich>
      </c:tx>
      <c:layout>
        <c:manualLayout>
          <c:xMode val="edge"/>
          <c:yMode val="edge"/>
          <c:x val="0.29494966083154001"/>
          <c:y val="4.0397276228172303E-2"/>
        </c:manualLayout>
      </c:layout>
      <c:overlay val="0"/>
      <c:spPr>
        <a:noFill/>
        <a:ln w="22320">
          <a:noFill/>
        </a:ln>
      </c:spPr>
    </c:title>
    <c:autoTitleDeleted val="0"/>
    <c:plotArea>
      <c:layout>
        <c:manualLayout>
          <c:layoutTarget val="inner"/>
          <c:xMode val="edge"/>
          <c:yMode val="edge"/>
          <c:x val="0.22653482108432799"/>
          <c:y val="0.18120462338795801"/>
          <c:w val="0.50730906448860502"/>
          <c:h val="0.54100999944999595"/>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BDAA-4800-8039-40861FF905FD}"/>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BDAA-4800-8039-40861FF905FD}"/>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BDAA-4800-8039-40861FF905FD}"/>
              </c:ext>
            </c:extLst>
          </c:dPt>
          <c:cat>
            <c:strRef>
              <c:f>Sheet1!$A$2:$A$4</c:f>
              <c:strCache>
                <c:ptCount val="3"/>
                <c:pt idx="0">
                  <c:v>Series 1</c:v>
                </c:pt>
                <c:pt idx="1">
                  <c:v>Series 2</c:v>
                </c:pt>
                <c:pt idx="2">
                  <c:v>Series 3</c:v>
                </c:pt>
              </c:strCache>
            </c:strRef>
          </c:cat>
          <c:val>
            <c:numRef>
              <c:f>Sheet1!$B$2:$B$4</c:f>
              <c:numCache>
                <c:formatCode>General</c:formatCode>
                <c:ptCount val="3"/>
                <c:pt idx="0">
                  <c:v>8.1999999999999993</c:v>
                </c:pt>
                <c:pt idx="1">
                  <c:v>3.2</c:v>
                </c:pt>
                <c:pt idx="2">
                  <c:v>1.4</c:v>
                </c:pt>
              </c:numCache>
            </c:numRef>
          </c:val>
          <c:extLst>
            <c:ext xmlns:c16="http://schemas.microsoft.com/office/drawing/2014/chart" uri="{C3380CC4-5D6E-409C-BE32-E72D297353CC}">
              <c16:uniqueId val="{00000006-BDAA-4800-8039-40861FF905FD}"/>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ayout>
        <c:manualLayout>
          <c:xMode val="edge"/>
          <c:yMode val="edge"/>
          <c:x val="0.12065656716458401"/>
          <c:y val="0.74866262301504205"/>
          <c:w val="0.82380589810197802"/>
          <c:h val="0.20538308693797999"/>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lumMod val="75000"/>
                </a:schemeClr>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3200" b="1" i="0" u="none" strike="noStrike" kern="1200" spc="0" baseline="0">
                <a:solidFill>
                  <a:schemeClr val="tx1"/>
                </a:solidFill>
                <a:latin typeface="+mn-lt"/>
                <a:ea typeface="+mn-ea"/>
                <a:cs typeface="+mn-cs"/>
              </a:defRPr>
            </a:pPr>
            <a:r>
              <a:rPr lang="en-US" sz="2800" b="1" dirty="0">
                <a:solidFill>
                  <a:schemeClr val="tx1">
                    <a:lumMod val="75000"/>
                  </a:schemeClr>
                </a:solidFill>
              </a:rPr>
              <a:t>Chart</a:t>
            </a:r>
            <a:r>
              <a:rPr lang="en-US" sz="2800" b="1" baseline="0" dirty="0">
                <a:solidFill>
                  <a:schemeClr val="tx1">
                    <a:lumMod val="75000"/>
                  </a:schemeClr>
                </a:solidFill>
              </a:rPr>
              <a:t> Title</a:t>
            </a:r>
            <a:endParaRPr lang="en-US" sz="2800" b="1" dirty="0">
              <a:solidFill>
                <a:schemeClr val="tx1">
                  <a:lumMod val="75000"/>
                </a:schemeClr>
              </a:solidFill>
            </a:endParaRPr>
          </a:p>
        </c:rich>
      </c:tx>
      <c:layout>
        <c:manualLayout>
          <c:xMode val="edge"/>
          <c:yMode val="edge"/>
          <c:x val="0.30669954729589999"/>
          <c:y val="3.47167193867726E-2"/>
        </c:manualLayout>
      </c:layout>
      <c:overlay val="0"/>
      <c:spPr>
        <a:noFill/>
        <a:ln w="22320">
          <a:noFill/>
        </a:ln>
      </c:spPr>
    </c:title>
    <c:autoTitleDeleted val="0"/>
    <c:plotArea>
      <c:layout>
        <c:manualLayout>
          <c:layoutTarget val="inner"/>
          <c:xMode val="edge"/>
          <c:yMode val="edge"/>
          <c:x val="0.22653482108432799"/>
          <c:y val="0.18120462338795801"/>
          <c:w val="0.48473346192029199"/>
          <c:h val="0.51672947932656998"/>
        </c:manualLayout>
      </c:layout>
      <c:doughnutChart>
        <c:varyColors val="1"/>
        <c:ser>
          <c:idx val="0"/>
          <c:order val="0"/>
          <c:tx>
            <c:strRef>
              <c:f>Sheet1!$B$1</c:f>
              <c:strCache>
                <c:ptCount val="1"/>
                <c:pt idx="0">
                  <c:v>Category</c:v>
                </c:pt>
              </c:strCache>
            </c:strRef>
          </c:tx>
          <c:dPt>
            <c:idx val="0"/>
            <c:bubble3D val="0"/>
            <c:spPr>
              <a:solidFill>
                <a:srgbClr val="005BBB"/>
              </a:solidFill>
              <a:ln w="11160">
                <a:solidFill>
                  <a:srgbClr val="FFFFFF"/>
                </a:solidFill>
                <a:prstDash val="solid"/>
              </a:ln>
            </c:spPr>
            <c:extLst>
              <c:ext xmlns:c16="http://schemas.microsoft.com/office/drawing/2014/chart" uri="{C3380CC4-5D6E-409C-BE32-E72D297353CC}">
                <c16:uniqueId val="{00000001-E988-4157-A2A5-693E8BAD331B}"/>
              </c:ext>
            </c:extLst>
          </c:dPt>
          <c:dPt>
            <c:idx val="1"/>
            <c:bubble3D val="0"/>
            <c:spPr>
              <a:solidFill>
                <a:srgbClr val="41B6E6"/>
              </a:solidFill>
              <a:ln w="11160">
                <a:solidFill>
                  <a:srgbClr val="FFFFFF"/>
                </a:solidFill>
                <a:prstDash val="solid"/>
              </a:ln>
            </c:spPr>
            <c:extLst>
              <c:ext xmlns:c16="http://schemas.microsoft.com/office/drawing/2014/chart" uri="{C3380CC4-5D6E-409C-BE32-E72D297353CC}">
                <c16:uniqueId val="{00000003-E988-4157-A2A5-693E8BAD331B}"/>
              </c:ext>
            </c:extLst>
          </c:dPt>
          <c:dPt>
            <c:idx val="2"/>
            <c:bubble3D val="0"/>
            <c:spPr>
              <a:solidFill>
                <a:srgbClr val="E56D54"/>
              </a:solidFill>
              <a:ln w="11160">
                <a:solidFill>
                  <a:srgbClr val="FFFFFF"/>
                </a:solidFill>
                <a:prstDash val="solid"/>
              </a:ln>
            </c:spPr>
            <c:extLst>
              <c:ext xmlns:c16="http://schemas.microsoft.com/office/drawing/2014/chart" uri="{C3380CC4-5D6E-409C-BE32-E72D297353CC}">
                <c16:uniqueId val="{00000005-E988-4157-A2A5-693E8BAD331B}"/>
              </c:ext>
            </c:extLst>
          </c:dPt>
          <c:cat>
            <c:strRef>
              <c:f>Sheet1!$A$2:$A$4</c:f>
              <c:strCache>
                <c:ptCount val="3"/>
                <c:pt idx="0">
                  <c:v>Series 1</c:v>
                </c:pt>
                <c:pt idx="1">
                  <c:v>Series 2</c:v>
                </c:pt>
                <c:pt idx="2">
                  <c:v>Series 3</c:v>
                </c:pt>
              </c:strCache>
            </c:strRef>
          </c:cat>
          <c:val>
            <c:numRef>
              <c:f>Sheet1!$B$2:$B$4</c:f>
              <c:numCache>
                <c:formatCode>General</c:formatCode>
                <c:ptCount val="3"/>
                <c:pt idx="0">
                  <c:v>8.1999999999999993</c:v>
                </c:pt>
                <c:pt idx="1">
                  <c:v>3.2</c:v>
                </c:pt>
                <c:pt idx="2">
                  <c:v>1.4</c:v>
                </c:pt>
              </c:numCache>
            </c:numRef>
          </c:val>
          <c:extLst>
            <c:ext xmlns:c16="http://schemas.microsoft.com/office/drawing/2014/chart" uri="{C3380CC4-5D6E-409C-BE32-E72D297353CC}">
              <c16:uniqueId val="{00000006-E988-4157-A2A5-693E8BAD331B}"/>
            </c:ext>
          </c:extLst>
        </c:ser>
        <c:dLbls>
          <c:showLegendKey val="0"/>
          <c:showVal val="0"/>
          <c:showCatName val="0"/>
          <c:showSerName val="0"/>
          <c:showPercent val="0"/>
          <c:showBubbleSize val="0"/>
          <c:showLeaderLines val="1"/>
        </c:dLbls>
        <c:firstSliceAng val="0"/>
        <c:holeSize val="50"/>
      </c:doughnutChart>
      <c:spPr>
        <a:noFill/>
        <a:ln w="22320">
          <a:noFill/>
        </a:ln>
      </c:spPr>
    </c:plotArea>
    <c:legend>
      <c:legendPos val="b"/>
      <c:layout>
        <c:manualLayout>
          <c:xMode val="edge"/>
          <c:yMode val="edge"/>
          <c:x val="8.5597560926594193E-2"/>
          <c:y val="0.76555449419761401"/>
          <c:w val="0.77998478035343699"/>
          <c:h val="0.195146433674663"/>
        </c:manualLayout>
      </c:layout>
      <c:overlay val="0"/>
      <c:spPr>
        <a:noFill/>
        <a:ln w="22320">
          <a:noFill/>
        </a:ln>
      </c:spPr>
      <c:txPr>
        <a:bodyPr rot="0" spcFirstLastPara="1" vertOverflow="ellipsis" vert="horz" wrap="square" anchor="ctr" anchorCtr="1"/>
        <a:lstStyle/>
        <a:p>
          <a:pPr>
            <a:defRPr sz="2400" b="0" i="0" u="none" strike="noStrike" kern="1200" baseline="0">
              <a:solidFill>
                <a:schemeClr val="tx1">
                  <a:lumMod val="75000"/>
                </a:schemeClr>
              </a:solidFill>
              <a:latin typeface="+mn-lt"/>
              <a:ea typeface="+mn-ea"/>
              <a:cs typeface="+mn-cs"/>
            </a:defRPr>
          </a:pPr>
          <a:endParaRPr lang="en-US"/>
        </a:p>
      </c:txPr>
    </c:legend>
    <c:plotVisOnly val="1"/>
    <c:dispBlanksAs val="gap"/>
    <c:showDLblsOverMax val="0"/>
  </c:chart>
  <c:spPr>
    <a:noFill/>
    <a:ln>
      <a:noFill/>
    </a:ln>
  </c:spPr>
  <c:txPr>
    <a:bodyPr/>
    <a:lstStyle/>
    <a:p>
      <a:pPr>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5836533-E22B-2B4C-B5E8-F902600A42DB}" type="datetimeFigureOut">
              <a:rPr lang="en-US" smtClean="0"/>
              <a:t>9/26/2026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BDD426-1ACA-1E4C-AE87-A547C473B7D0}" type="slidenum">
              <a:rPr lang="en-US" smtClean="0"/>
              <a:t>‹#›</a:t>
            </a:fld>
            <a:endParaRPr lang="en-US"/>
          </a:p>
        </p:txBody>
      </p:sp>
    </p:spTree>
    <p:extLst>
      <p:ext uri="{BB962C8B-B14F-4D97-AF65-F5344CB8AC3E}">
        <p14:creationId xmlns:p14="http://schemas.microsoft.com/office/powerpoint/2010/main" val="11342786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386D7A-222B-BC4E-982C-46748DC477C8}" type="datetimeFigureOut">
              <a:rPr lang="en-US" smtClean="0"/>
              <a:t>9/26/2026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F0EF6E-EB4E-C743-B793-CD7D10150F81}" type="slidenum">
              <a:rPr lang="en-US" smtClean="0"/>
              <a:t>‹#›</a:t>
            </a:fld>
            <a:endParaRPr lang="en-US"/>
          </a:p>
        </p:txBody>
      </p:sp>
    </p:spTree>
    <p:extLst>
      <p:ext uri="{BB962C8B-B14F-4D97-AF65-F5344CB8AC3E}">
        <p14:creationId xmlns:p14="http://schemas.microsoft.com/office/powerpoint/2010/main" val="1925180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BF0EF6E-EB4E-C743-B793-CD7D10150F81}" type="slidenum">
              <a:rPr lang="en-US" smtClean="0"/>
              <a:t>1</a:t>
            </a:fld>
            <a:endParaRPr lang="en-US"/>
          </a:p>
        </p:txBody>
      </p:sp>
    </p:spTree>
    <p:extLst>
      <p:ext uri="{BB962C8B-B14F-4D97-AF65-F5344CB8AC3E}">
        <p14:creationId xmlns:p14="http://schemas.microsoft.com/office/powerpoint/2010/main" val="374419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Blank Background">
    <p:spTree>
      <p:nvGrpSpPr>
        <p:cNvPr id="1" name=""/>
        <p:cNvGrpSpPr/>
        <p:nvPr/>
      </p:nvGrpSpPr>
      <p:grpSpPr>
        <a:xfrm>
          <a:off x="0" y="0"/>
          <a:ext cx="0" cy="0"/>
          <a:chOff x="0" y="0"/>
          <a:chExt cx="0" cy="0"/>
        </a:xfrm>
      </p:grpSpPr>
      <p:cxnSp>
        <p:nvCxnSpPr>
          <p:cNvPr id="9" name="Straight Connector 9"/>
          <p:cNvCxnSpPr>
            <a:cxnSpLocks noChangeShapeType="1"/>
          </p:cNvCxnSpPr>
          <p:nvPr userDrawn="1"/>
        </p:nvCxnSpPr>
        <p:spPr bwMode="auto">
          <a:xfrm>
            <a:off x="9651761" y="5500608"/>
            <a:ext cx="780488" cy="585214"/>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cxnSp>
      <p:cxnSp>
        <p:nvCxnSpPr>
          <p:cNvPr id="11" name="Straight Connector 10"/>
          <p:cNvCxnSpPr/>
          <p:nvPr userDrawn="1"/>
        </p:nvCxnSpPr>
        <p:spPr bwMode="auto">
          <a:xfrm>
            <a:off x="27837479" y="4396930"/>
            <a:ext cx="0" cy="14255496"/>
          </a:xfrm>
          <a:prstGeom prst="line">
            <a:avLst/>
          </a:prstGeom>
          <a:noFill/>
          <a:ln w="25400" cap="flat" cmpd="sng" algn="ctr">
            <a:solidFill>
              <a:schemeClr val="tx1"/>
            </a:solidFill>
            <a:prstDash val="dash"/>
            <a:round/>
            <a:headEnd type="oval" w="med" len="med"/>
            <a:tailEnd type="oval" w="med" len="med"/>
          </a:ln>
          <a:effectLst/>
        </p:spPr>
      </p:cxnSp>
      <p:sp>
        <p:nvSpPr>
          <p:cNvPr id="12" name="Content Placeholder 9"/>
          <p:cNvSpPr>
            <a:spLocks noGrp="1"/>
          </p:cNvSpPr>
          <p:nvPr>
            <p:ph sz="quarter" idx="10"/>
          </p:nvPr>
        </p:nvSpPr>
        <p:spPr>
          <a:xfrm>
            <a:off x="780489" y="4728266"/>
            <a:ext cx="8058712" cy="8449539"/>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Picture Placeholder 2"/>
          <p:cNvSpPr>
            <a:spLocks noGrp="1"/>
          </p:cNvSpPr>
          <p:nvPr>
            <p:ph type="pic" sz="quarter" idx="16"/>
          </p:nvPr>
        </p:nvSpPr>
        <p:spPr>
          <a:xfrm>
            <a:off x="780488" y="13627361"/>
            <a:ext cx="8086421" cy="4769496"/>
          </a:xfrm>
          <a:prstGeom prst="rect">
            <a:avLst/>
          </a:prstGeom>
          <a:solidFill>
            <a:schemeClr val="bg2">
              <a:lumMod val="85000"/>
            </a:schemeClr>
          </a:solidFill>
        </p:spPr>
        <p:txBody>
          <a:bodyPr/>
          <a:lstStyle>
            <a:lvl1pPr marL="0" indent="0" algn="ctr">
              <a:buNone/>
              <a:defRPr sz="1800" b="1" i="0">
                <a:latin typeface="Arial" charset="0"/>
                <a:ea typeface="Arial" charset="0"/>
                <a:cs typeface="Arial" charset="0"/>
              </a:defRPr>
            </a:lvl1pPr>
          </a:lstStyle>
          <a:p>
            <a:pPr marL="0" indent="0" algn="ctr">
              <a:buNone/>
            </a:pPr>
            <a:endParaRPr lang="en-US" dirty="0"/>
          </a:p>
          <a:p>
            <a:pPr marL="0" indent="0" algn="ctr">
              <a:buNone/>
            </a:pPr>
            <a:endParaRPr lang="en-US" dirty="0"/>
          </a:p>
        </p:txBody>
      </p:sp>
      <p:sp>
        <p:nvSpPr>
          <p:cNvPr id="14" name="Picture Placeholder 2"/>
          <p:cNvSpPr>
            <a:spLocks noGrp="1"/>
          </p:cNvSpPr>
          <p:nvPr>
            <p:ph type="pic" sz="quarter" idx="17"/>
          </p:nvPr>
        </p:nvSpPr>
        <p:spPr>
          <a:xfrm>
            <a:off x="28333331" y="10016713"/>
            <a:ext cx="8363143" cy="4769496"/>
          </a:xfrm>
          <a:prstGeom prst="rect">
            <a:avLst/>
          </a:prstGeom>
          <a:solidFill>
            <a:schemeClr val="bg2">
              <a:lumMod val="85000"/>
            </a:schemeClr>
          </a:solidFill>
        </p:spPr>
        <p:txBody>
          <a:bodyPr/>
          <a:lstStyle>
            <a:lvl1pPr marL="0" indent="0" algn="ctr">
              <a:buNone/>
              <a:defRPr sz="1800" b="1" i="0">
                <a:latin typeface="Arial" charset="0"/>
                <a:ea typeface="Arial" charset="0"/>
                <a:cs typeface="Arial" charset="0"/>
              </a:defRPr>
            </a:lvl1pPr>
          </a:lstStyle>
          <a:p>
            <a:pPr marL="0" indent="0" algn="ctr">
              <a:buNone/>
            </a:pPr>
            <a:endParaRPr lang="en-US" dirty="0"/>
          </a:p>
        </p:txBody>
      </p:sp>
      <p:sp>
        <p:nvSpPr>
          <p:cNvPr id="15" name="Content Placeholder 9"/>
          <p:cNvSpPr>
            <a:spLocks noGrp="1"/>
          </p:cNvSpPr>
          <p:nvPr>
            <p:ph sz="quarter" idx="18"/>
          </p:nvPr>
        </p:nvSpPr>
        <p:spPr>
          <a:xfrm>
            <a:off x="9670473" y="4728265"/>
            <a:ext cx="8478981" cy="13654586"/>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9"/>
          <p:cNvSpPr>
            <a:spLocks noGrp="1"/>
          </p:cNvSpPr>
          <p:nvPr>
            <p:ph sz="quarter" idx="19"/>
          </p:nvPr>
        </p:nvSpPr>
        <p:spPr>
          <a:xfrm>
            <a:off x="18953018" y="4730482"/>
            <a:ext cx="8451273" cy="4464475"/>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9"/>
          <p:cNvSpPr>
            <a:spLocks noGrp="1"/>
          </p:cNvSpPr>
          <p:nvPr>
            <p:ph sz="quarter" idx="20"/>
          </p:nvPr>
        </p:nvSpPr>
        <p:spPr>
          <a:xfrm>
            <a:off x="28314050" y="4728267"/>
            <a:ext cx="8363143" cy="4914497"/>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9"/>
          <p:cNvSpPr>
            <a:spLocks noGrp="1"/>
          </p:cNvSpPr>
          <p:nvPr>
            <p:ph sz="quarter" idx="21"/>
          </p:nvPr>
        </p:nvSpPr>
        <p:spPr>
          <a:xfrm>
            <a:off x="28340791" y="15186116"/>
            <a:ext cx="8363143" cy="2977194"/>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Chart Placeholder 23"/>
          <p:cNvSpPr>
            <a:spLocks noGrp="1"/>
          </p:cNvSpPr>
          <p:nvPr>
            <p:ph type="chart" sz="quarter" idx="22"/>
          </p:nvPr>
        </p:nvSpPr>
        <p:spPr>
          <a:xfrm>
            <a:off x="19008436" y="9601401"/>
            <a:ext cx="8451273" cy="3719212"/>
          </a:xfrm>
          <a:prstGeom prst="rect">
            <a:avLst/>
          </a:prstGeom>
        </p:spPr>
        <p:txBody>
          <a:bodyPr/>
          <a:lstStyle>
            <a:lvl1pPr>
              <a:defRPr sz="2800"/>
            </a:lvl1pPr>
          </a:lstStyle>
          <a:p>
            <a:endParaRPr lang="en-US" dirty="0"/>
          </a:p>
        </p:txBody>
      </p:sp>
      <p:sp>
        <p:nvSpPr>
          <p:cNvPr id="20" name="Content Placeholder 9"/>
          <p:cNvSpPr>
            <a:spLocks noGrp="1"/>
          </p:cNvSpPr>
          <p:nvPr>
            <p:ph sz="quarter" idx="23"/>
          </p:nvPr>
        </p:nvSpPr>
        <p:spPr>
          <a:xfrm>
            <a:off x="18980727" y="13837496"/>
            <a:ext cx="8423564" cy="4466492"/>
          </a:xfrm>
          <a:prstGeom prst="rect">
            <a:avLst/>
          </a:prstGeom>
        </p:spPr>
        <p:txBody>
          <a:bodyPr/>
          <a:lstStyle>
            <a:lvl1pPr>
              <a:lnSpc>
                <a:spcPts val="4600"/>
              </a:lnSpc>
              <a:spcBef>
                <a:spcPts val="0"/>
              </a:spcBef>
              <a:defRPr sz="2800" baseline="0">
                <a:solidFill>
                  <a:schemeClr val="bg1">
                    <a:lumMod val="50000"/>
                  </a:schemeClr>
                </a:solidFill>
                <a:latin typeface="Arial" charset="0"/>
              </a:defRPr>
            </a:lvl1pPr>
            <a:lvl2pPr>
              <a:lnSpc>
                <a:spcPts val="4600"/>
              </a:lnSpc>
              <a:spcBef>
                <a:spcPts val="0"/>
              </a:spcBef>
              <a:defRPr sz="2800" baseline="0">
                <a:solidFill>
                  <a:schemeClr val="bg1">
                    <a:lumMod val="50000"/>
                  </a:schemeClr>
                </a:solidFill>
                <a:latin typeface="Arial" charset="0"/>
              </a:defRPr>
            </a:lvl2pPr>
            <a:lvl3pPr>
              <a:lnSpc>
                <a:spcPts val="4600"/>
              </a:lnSpc>
              <a:spcBef>
                <a:spcPts val="0"/>
              </a:spcBef>
              <a:defRPr sz="2800" baseline="0">
                <a:solidFill>
                  <a:schemeClr val="bg1">
                    <a:lumMod val="50000"/>
                  </a:schemeClr>
                </a:solidFill>
                <a:latin typeface="Arial" charset="0"/>
              </a:defRPr>
            </a:lvl3pPr>
            <a:lvl4pPr>
              <a:lnSpc>
                <a:spcPts val="4600"/>
              </a:lnSpc>
              <a:spcBef>
                <a:spcPts val="0"/>
              </a:spcBef>
              <a:defRPr sz="2800" baseline="0">
                <a:solidFill>
                  <a:schemeClr val="bg1">
                    <a:lumMod val="50000"/>
                  </a:schemeClr>
                </a:solidFill>
                <a:latin typeface="Arial" charset="0"/>
              </a:defRPr>
            </a:lvl4pPr>
            <a:lvl5pPr marL="2286000" indent="-457200">
              <a:lnSpc>
                <a:spcPts val="4600"/>
              </a:lnSpc>
              <a:spcBef>
                <a:spcPts val="0"/>
              </a:spcBef>
              <a:buClr>
                <a:srgbClr val="245EAC"/>
              </a:buClr>
              <a:buFont typeface="Arial" charset="0"/>
              <a:buChar char="•"/>
              <a:defRPr sz="2800" baseline="0">
                <a:solidFill>
                  <a:schemeClr val="bg1">
                    <a:lumMod val="50000"/>
                  </a:schemeClr>
                </a:solidFill>
                <a:latin typeface="Arial"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1" name="Straight Connector 20"/>
          <p:cNvCxnSpPr/>
          <p:nvPr userDrawn="1"/>
        </p:nvCxnSpPr>
        <p:spPr bwMode="auto">
          <a:xfrm>
            <a:off x="18566246" y="4396930"/>
            <a:ext cx="54263" cy="14255496"/>
          </a:xfrm>
          <a:prstGeom prst="line">
            <a:avLst/>
          </a:prstGeom>
          <a:noFill/>
          <a:ln w="25400" cap="flat" cmpd="sng" algn="ctr">
            <a:solidFill>
              <a:schemeClr val="tx1"/>
            </a:solidFill>
            <a:prstDash val="dash"/>
            <a:round/>
            <a:headEnd type="oval" w="med" len="med"/>
            <a:tailEnd type="oval" w="med" len="med"/>
          </a:ln>
          <a:effectLst/>
        </p:spPr>
      </p:cxnSp>
      <p:cxnSp>
        <p:nvCxnSpPr>
          <p:cNvPr id="26" name="Straight Connector 25"/>
          <p:cNvCxnSpPr/>
          <p:nvPr userDrawn="1"/>
        </p:nvCxnSpPr>
        <p:spPr bwMode="auto">
          <a:xfrm>
            <a:off x="9271651" y="4396930"/>
            <a:ext cx="0" cy="14251288"/>
          </a:xfrm>
          <a:prstGeom prst="line">
            <a:avLst/>
          </a:prstGeom>
          <a:noFill/>
          <a:ln w="25400" cap="flat" cmpd="sng" algn="ctr">
            <a:solidFill>
              <a:schemeClr val="tx1"/>
            </a:solidFill>
            <a:prstDash val="dash"/>
            <a:round/>
            <a:headEnd type="oval" w="med" len="med"/>
            <a:tailEnd type="oval" w="med" len="med"/>
          </a:ln>
          <a:effectLst/>
        </p:spPr>
      </p:cxnSp>
    </p:spTree>
    <p:extLst>
      <p:ext uri="{BB962C8B-B14F-4D97-AF65-F5344CB8AC3E}">
        <p14:creationId xmlns:p14="http://schemas.microsoft.com/office/powerpoint/2010/main" val="174817725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Rectangle 36"/>
          <p:cNvSpPr>
            <a:spLocks noChangeArrowheads="1"/>
          </p:cNvSpPr>
          <p:nvPr userDrawn="1"/>
        </p:nvSpPr>
        <p:spPr bwMode="auto">
          <a:xfrm>
            <a:off x="0" y="-29964"/>
            <a:ext cx="34098807" cy="3512576"/>
          </a:xfrm>
          <a:prstGeom prst="rect">
            <a:avLst/>
          </a:prstGeom>
          <a:solidFill>
            <a:srgbClr val="002060"/>
          </a:solidFill>
          <a:ln w="9525">
            <a:solidFill>
              <a:srgbClr val="002060"/>
            </a:solid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b="0" i="0" baseline="0" dirty="0">
              <a:solidFill>
                <a:schemeClr val="tx1"/>
              </a:solidFill>
              <a:latin typeface="Arial" charset="0"/>
              <a:ea typeface="Arial" charset="0"/>
            </a:endParaRPr>
          </a:p>
        </p:txBody>
      </p:sp>
      <p:sp>
        <p:nvSpPr>
          <p:cNvPr id="5" name="Rectangle 4"/>
          <p:cNvSpPr/>
          <p:nvPr userDrawn="1"/>
        </p:nvSpPr>
        <p:spPr>
          <a:xfrm>
            <a:off x="-1" y="3478193"/>
            <a:ext cx="37463413" cy="1809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84658" y="19690451"/>
            <a:ext cx="10725451" cy="795436"/>
          </a:xfrm>
          <a:prstGeom prst="rect">
            <a:avLst/>
          </a:prstGeom>
        </p:spPr>
      </p:pic>
      <p:cxnSp>
        <p:nvCxnSpPr>
          <p:cNvPr id="14" name="Straight Connector 13"/>
          <p:cNvCxnSpPr/>
          <p:nvPr userDrawn="1"/>
        </p:nvCxnSpPr>
        <p:spPr>
          <a:xfrm>
            <a:off x="28194626" y="19527805"/>
            <a:ext cx="0" cy="1063256"/>
          </a:xfrm>
          <a:prstGeom prst="line">
            <a:avLst/>
          </a:prstGeom>
          <a:ln w="25400">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C2F7D664-F077-4B7E-BD60-C8EF11A779D0}"/>
              </a:ext>
            </a:extLst>
          </p:cNvPr>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Lst>
          </a:blip>
          <a:stretch>
            <a:fillRect/>
          </a:stretch>
        </p:blipFill>
        <p:spPr>
          <a:xfrm>
            <a:off x="34098807" y="-55694"/>
            <a:ext cx="3364606" cy="3526367"/>
          </a:xfrm>
          <a:prstGeom prst="rect">
            <a:avLst/>
          </a:prstGeom>
        </p:spPr>
      </p:pic>
      <p:sp>
        <p:nvSpPr>
          <p:cNvPr id="9" name="Rectangle 36">
            <a:extLst>
              <a:ext uri="{FF2B5EF4-FFF2-40B4-BE49-F238E27FC236}">
                <a16:creationId xmlns:a16="http://schemas.microsoft.com/office/drawing/2014/main" id="{51021623-D1FE-F5A6-5DB3-F11B3CF4986C}"/>
              </a:ext>
            </a:extLst>
          </p:cNvPr>
          <p:cNvSpPr>
            <a:spLocks noChangeArrowheads="1"/>
          </p:cNvSpPr>
          <p:nvPr userDrawn="1"/>
        </p:nvSpPr>
        <p:spPr bwMode="auto">
          <a:xfrm>
            <a:off x="-16626" y="18853265"/>
            <a:ext cx="37463414" cy="2214448"/>
          </a:xfrm>
          <a:prstGeom prst="rect">
            <a:avLst/>
          </a:prstGeom>
          <a:solidFill>
            <a:srgbClr val="002060"/>
          </a:solidFill>
          <a:ln w="9525">
            <a:solidFill>
              <a:srgbClr val="002060"/>
            </a:solidFill>
            <a:miter lim="800000"/>
            <a:headEnd/>
            <a:tailEnd/>
          </a:ln>
          <a:effectLst/>
        </p:spPr>
        <p:txBody>
          <a:bodyPr wrap="none" anchor="ctr"/>
          <a:lstStyle>
            <a:lvl1pPr eaLnBrk="0" hangingPunct="0">
              <a:defRPr sz="2900">
                <a:solidFill>
                  <a:schemeClr val="tx1"/>
                </a:solidFill>
                <a:latin typeface="Arial Narrow" charset="0"/>
                <a:ea typeface="ＭＳ Ｐゴシック" charset="-128"/>
              </a:defRPr>
            </a:lvl1pPr>
            <a:lvl2pPr marL="37931725" indent="-37474525" eaLnBrk="0" hangingPunct="0">
              <a:defRPr sz="2900">
                <a:solidFill>
                  <a:schemeClr val="tx1"/>
                </a:solidFill>
                <a:latin typeface="Arial Narrow" charset="0"/>
                <a:ea typeface="ＭＳ Ｐゴシック" charset="-128"/>
              </a:defRPr>
            </a:lvl2pPr>
            <a:lvl3pPr eaLnBrk="0" hangingPunct="0">
              <a:defRPr sz="2900">
                <a:solidFill>
                  <a:schemeClr val="tx1"/>
                </a:solidFill>
                <a:latin typeface="Arial Narrow" charset="0"/>
                <a:ea typeface="ＭＳ Ｐゴシック" charset="-128"/>
              </a:defRPr>
            </a:lvl3pPr>
            <a:lvl4pPr eaLnBrk="0" hangingPunct="0">
              <a:defRPr sz="2900">
                <a:solidFill>
                  <a:schemeClr val="tx1"/>
                </a:solidFill>
                <a:latin typeface="Arial Narrow" charset="0"/>
                <a:ea typeface="ＭＳ Ｐゴシック" charset="-128"/>
              </a:defRPr>
            </a:lvl4pPr>
            <a:lvl5pPr eaLnBrk="0" hangingPunct="0">
              <a:defRPr sz="2900">
                <a:solidFill>
                  <a:schemeClr val="tx1"/>
                </a:solidFill>
                <a:latin typeface="Arial Narrow" charset="0"/>
                <a:ea typeface="ＭＳ Ｐゴシック" charset="-128"/>
              </a:defRPr>
            </a:lvl5pPr>
            <a:lvl6pPr marL="457200" eaLnBrk="0" fontAlgn="base" hangingPunct="0">
              <a:spcBef>
                <a:spcPct val="0"/>
              </a:spcBef>
              <a:spcAft>
                <a:spcPct val="0"/>
              </a:spcAft>
              <a:defRPr sz="2900">
                <a:solidFill>
                  <a:schemeClr val="tx1"/>
                </a:solidFill>
                <a:latin typeface="Arial Narrow" charset="0"/>
                <a:ea typeface="ＭＳ Ｐゴシック" charset="-128"/>
              </a:defRPr>
            </a:lvl6pPr>
            <a:lvl7pPr marL="914400" eaLnBrk="0" fontAlgn="base" hangingPunct="0">
              <a:spcBef>
                <a:spcPct val="0"/>
              </a:spcBef>
              <a:spcAft>
                <a:spcPct val="0"/>
              </a:spcAft>
              <a:defRPr sz="2900">
                <a:solidFill>
                  <a:schemeClr val="tx1"/>
                </a:solidFill>
                <a:latin typeface="Arial Narrow" charset="0"/>
                <a:ea typeface="ＭＳ Ｐゴシック" charset="-128"/>
              </a:defRPr>
            </a:lvl7pPr>
            <a:lvl8pPr marL="1371600" eaLnBrk="0" fontAlgn="base" hangingPunct="0">
              <a:spcBef>
                <a:spcPct val="0"/>
              </a:spcBef>
              <a:spcAft>
                <a:spcPct val="0"/>
              </a:spcAft>
              <a:defRPr sz="2900">
                <a:solidFill>
                  <a:schemeClr val="tx1"/>
                </a:solidFill>
                <a:latin typeface="Arial Narrow" charset="0"/>
                <a:ea typeface="ＭＳ Ｐゴシック" charset="-128"/>
              </a:defRPr>
            </a:lvl8pPr>
            <a:lvl9pPr marL="1828800" eaLnBrk="0" fontAlgn="base" hangingPunct="0">
              <a:spcBef>
                <a:spcPct val="0"/>
              </a:spcBef>
              <a:spcAft>
                <a:spcPct val="0"/>
              </a:spcAft>
              <a:defRPr sz="2900">
                <a:solidFill>
                  <a:schemeClr val="tx1"/>
                </a:solidFill>
                <a:latin typeface="Arial Narrow" charset="0"/>
                <a:ea typeface="ＭＳ Ｐゴシック" charset="-128"/>
              </a:defRPr>
            </a:lvl9pPr>
          </a:lstStyle>
          <a:p>
            <a:pPr eaLnBrk="1" hangingPunct="1">
              <a:defRPr/>
            </a:pPr>
            <a:endParaRPr lang="en-US" altLang="en-US" b="0" i="0" baseline="0" dirty="0">
              <a:solidFill>
                <a:schemeClr val="bg1"/>
              </a:solidFill>
              <a:latin typeface="Arial" charset="0"/>
              <a:ea typeface="Arial" charset="0"/>
            </a:endParaRPr>
          </a:p>
        </p:txBody>
      </p:sp>
      <p:sp>
        <p:nvSpPr>
          <p:cNvPr id="10" name="TextBox 9">
            <a:extLst>
              <a:ext uri="{FF2B5EF4-FFF2-40B4-BE49-F238E27FC236}">
                <a16:creationId xmlns:a16="http://schemas.microsoft.com/office/drawing/2014/main" id="{7C5B4384-E0E1-7693-62DD-77D3CC419304}"/>
              </a:ext>
            </a:extLst>
          </p:cNvPr>
          <p:cNvSpPr txBox="1"/>
          <p:nvPr userDrawn="1"/>
        </p:nvSpPr>
        <p:spPr>
          <a:xfrm>
            <a:off x="166256" y="19397713"/>
            <a:ext cx="13731644" cy="1323439"/>
          </a:xfrm>
          <a:prstGeom prst="rect">
            <a:avLst/>
          </a:prstGeom>
          <a:noFill/>
        </p:spPr>
        <p:txBody>
          <a:bodyPr wrap="none" rtlCol="0">
            <a:spAutoFit/>
          </a:bodyPr>
          <a:lstStyle/>
          <a:p>
            <a:r>
              <a:rPr lang="es-CO" sz="4000" noProof="0" dirty="0">
                <a:solidFill>
                  <a:schemeClr val="bg1"/>
                </a:solidFill>
              </a:rPr>
              <a:t>Departamento de Ciencias de la Computación y la Decisión</a:t>
            </a:r>
          </a:p>
          <a:p>
            <a:r>
              <a:rPr lang="es-CO" sz="4000" noProof="0" dirty="0">
                <a:solidFill>
                  <a:schemeClr val="bg1"/>
                </a:solidFill>
              </a:rPr>
              <a:t>Facultad de Minas</a:t>
            </a:r>
          </a:p>
        </p:txBody>
      </p:sp>
      <p:sp>
        <p:nvSpPr>
          <p:cNvPr id="11" name="TextBox 10">
            <a:extLst>
              <a:ext uri="{FF2B5EF4-FFF2-40B4-BE49-F238E27FC236}">
                <a16:creationId xmlns:a16="http://schemas.microsoft.com/office/drawing/2014/main" id="{D7DD991B-3F96-6724-368F-89A63B5E0D0E}"/>
              </a:ext>
            </a:extLst>
          </p:cNvPr>
          <p:cNvSpPr txBox="1"/>
          <p:nvPr userDrawn="1"/>
        </p:nvSpPr>
        <p:spPr>
          <a:xfrm>
            <a:off x="28883900" y="19298769"/>
            <a:ext cx="8225906" cy="1323439"/>
          </a:xfrm>
          <a:prstGeom prst="rect">
            <a:avLst/>
          </a:prstGeom>
          <a:noFill/>
        </p:spPr>
        <p:txBody>
          <a:bodyPr wrap="none" rtlCol="0">
            <a:spAutoFit/>
          </a:bodyPr>
          <a:lstStyle/>
          <a:p>
            <a:pPr algn="r"/>
            <a:r>
              <a:rPr lang="es-CO" sz="4000" noProof="0" dirty="0">
                <a:solidFill>
                  <a:schemeClr val="bg1"/>
                </a:solidFill>
              </a:rPr>
              <a:t>Optimización e Inteligencia Artificial</a:t>
            </a:r>
          </a:p>
          <a:p>
            <a:pPr algn="r"/>
            <a:r>
              <a:rPr lang="es-CO" sz="4000" noProof="0" dirty="0">
                <a:solidFill>
                  <a:schemeClr val="bg1"/>
                </a:solidFill>
              </a:rPr>
              <a:t>2026-II</a:t>
            </a:r>
          </a:p>
        </p:txBody>
      </p:sp>
    </p:spTree>
    <p:extLst>
      <p:ext uri="{BB962C8B-B14F-4D97-AF65-F5344CB8AC3E}">
        <p14:creationId xmlns:p14="http://schemas.microsoft.com/office/powerpoint/2010/main" val="25851499"/>
      </p:ext>
    </p:extLst>
  </p:cSld>
  <p:clrMap bg1="lt1" tx1="dk1" bg2="lt2" tx2="dk2" accent1="accent1" accent2="accent2" accent3="accent3" accent4="accent4" accent5="accent5" accent6="accent6" hlink="hlink" folHlink="folHlink"/>
  <p:sldLayoutIdLst>
    <p:sldLayoutId id="2147483688" r:id="rId1"/>
  </p:sldLayoutIdLst>
  <p:txStyles>
    <p:titleStyle>
      <a:lvl1pPr algn="l" defTabSz="2809037" rtl="0" eaLnBrk="1" latinLnBrk="0" hangingPunct="1">
        <a:lnSpc>
          <a:spcPct val="90000"/>
        </a:lnSpc>
        <a:spcBef>
          <a:spcPct val="0"/>
        </a:spcBef>
        <a:buNone/>
        <a:defRPr sz="13517" kern="1200">
          <a:solidFill>
            <a:schemeClr val="tx1"/>
          </a:solidFill>
          <a:latin typeface="+mj-lt"/>
          <a:ea typeface="+mj-ea"/>
          <a:cs typeface="+mj-cs"/>
        </a:defRPr>
      </a:lvl1pPr>
    </p:titleStyle>
    <p:bodyStyle>
      <a:lvl1pPr marL="702259" indent="-702259" algn="l" defTabSz="2809037" rtl="0" eaLnBrk="1" latinLnBrk="0" hangingPunct="1">
        <a:lnSpc>
          <a:spcPct val="90000"/>
        </a:lnSpc>
        <a:spcBef>
          <a:spcPts val="3072"/>
        </a:spcBef>
        <a:buFont typeface="Arial" panose="020B0604020202020204" pitchFamily="34" charset="0"/>
        <a:buChar char="•"/>
        <a:defRPr sz="8602" kern="1200">
          <a:solidFill>
            <a:schemeClr val="tx1"/>
          </a:solidFill>
          <a:latin typeface="+mn-lt"/>
          <a:ea typeface="+mn-ea"/>
          <a:cs typeface="+mn-cs"/>
        </a:defRPr>
      </a:lvl1pPr>
      <a:lvl2pPr marL="2106778" indent="-702259" algn="l" defTabSz="2809037" rtl="0" eaLnBrk="1" latinLnBrk="0" hangingPunct="1">
        <a:lnSpc>
          <a:spcPct val="90000"/>
        </a:lnSpc>
        <a:spcBef>
          <a:spcPts val="1536"/>
        </a:spcBef>
        <a:buFont typeface="Arial" panose="020B0604020202020204" pitchFamily="34" charset="0"/>
        <a:buChar char="•"/>
        <a:defRPr sz="7373" kern="1200">
          <a:solidFill>
            <a:schemeClr val="tx1"/>
          </a:solidFill>
          <a:latin typeface="+mn-lt"/>
          <a:ea typeface="+mn-ea"/>
          <a:cs typeface="+mn-cs"/>
        </a:defRPr>
      </a:lvl2pPr>
      <a:lvl3pPr marL="3511296" indent="-702259" algn="l" defTabSz="2809037" rtl="0" eaLnBrk="1" latinLnBrk="0" hangingPunct="1">
        <a:lnSpc>
          <a:spcPct val="90000"/>
        </a:lnSpc>
        <a:spcBef>
          <a:spcPts val="1536"/>
        </a:spcBef>
        <a:buFont typeface="Arial" panose="020B0604020202020204" pitchFamily="34" charset="0"/>
        <a:buChar char="•"/>
        <a:defRPr sz="6144" kern="1200">
          <a:solidFill>
            <a:schemeClr val="tx1"/>
          </a:solidFill>
          <a:latin typeface="+mn-lt"/>
          <a:ea typeface="+mn-ea"/>
          <a:cs typeface="+mn-cs"/>
        </a:defRPr>
      </a:lvl3pPr>
      <a:lvl4pPr marL="4915814" indent="-702259" algn="l" defTabSz="2809037" rtl="0" eaLnBrk="1" latinLnBrk="0" hangingPunct="1">
        <a:lnSpc>
          <a:spcPct val="90000"/>
        </a:lnSpc>
        <a:spcBef>
          <a:spcPts val="1536"/>
        </a:spcBef>
        <a:buFont typeface="Arial" panose="020B0604020202020204" pitchFamily="34" charset="0"/>
        <a:buChar char="•"/>
        <a:defRPr sz="5530" kern="1200">
          <a:solidFill>
            <a:schemeClr val="tx1"/>
          </a:solidFill>
          <a:latin typeface="+mn-lt"/>
          <a:ea typeface="+mn-ea"/>
          <a:cs typeface="+mn-cs"/>
        </a:defRPr>
      </a:lvl4pPr>
      <a:lvl5pPr marL="6320333" indent="-702259" algn="l" defTabSz="2809037" rtl="0" eaLnBrk="1" latinLnBrk="0" hangingPunct="1">
        <a:lnSpc>
          <a:spcPct val="90000"/>
        </a:lnSpc>
        <a:spcBef>
          <a:spcPts val="1536"/>
        </a:spcBef>
        <a:buFont typeface="Arial" panose="020B0604020202020204" pitchFamily="34" charset="0"/>
        <a:buChar char="•"/>
        <a:defRPr sz="5530" kern="1200">
          <a:solidFill>
            <a:schemeClr val="tx1"/>
          </a:solidFill>
          <a:latin typeface="+mn-lt"/>
          <a:ea typeface="+mn-ea"/>
          <a:cs typeface="+mn-cs"/>
        </a:defRPr>
      </a:lvl5pPr>
      <a:lvl6pPr marL="7724851" indent="-702259" algn="l" defTabSz="2809037" rtl="0" eaLnBrk="1" latinLnBrk="0" hangingPunct="1">
        <a:lnSpc>
          <a:spcPct val="90000"/>
        </a:lnSpc>
        <a:spcBef>
          <a:spcPts val="1536"/>
        </a:spcBef>
        <a:buFont typeface="Arial" panose="020B0604020202020204" pitchFamily="34" charset="0"/>
        <a:buChar char="•"/>
        <a:defRPr sz="5530" kern="1200">
          <a:solidFill>
            <a:schemeClr val="tx1"/>
          </a:solidFill>
          <a:latin typeface="+mn-lt"/>
          <a:ea typeface="+mn-ea"/>
          <a:cs typeface="+mn-cs"/>
        </a:defRPr>
      </a:lvl6pPr>
      <a:lvl7pPr marL="9129370" indent="-702259" algn="l" defTabSz="2809037" rtl="0" eaLnBrk="1" latinLnBrk="0" hangingPunct="1">
        <a:lnSpc>
          <a:spcPct val="90000"/>
        </a:lnSpc>
        <a:spcBef>
          <a:spcPts val="1536"/>
        </a:spcBef>
        <a:buFont typeface="Arial" panose="020B0604020202020204" pitchFamily="34" charset="0"/>
        <a:buChar char="•"/>
        <a:defRPr sz="5530" kern="1200">
          <a:solidFill>
            <a:schemeClr val="tx1"/>
          </a:solidFill>
          <a:latin typeface="+mn-lt"/>
          <a:ea typeface="+mn-ea"/>
          <a:cs typeface="+mn-cs"/>
        </a:defRPr>
      </a:lvl7pPr>
      <a:lvl8pPr marL="10533888" indent="-702259" algn="l" defTabSz="2809037" rtl="0" eaLnBrk="1" latinLnBrk="0" hangingPunct="1">
        <a:lnSpc>
          <a:spcPct val="90000"/>
        </a:lnSpc>
        <a:spcBef>
          <a:spcPts val="1536"/>
        </a:spcBef>
        <a:buFont typeface="Arial" panose="020B0604020202020204" pitchFamily="34" charset="0"/>
        <a:buChar char="•"/>
        <a:defRPr sz="5530" kern="1200">
          <a:solidFill>
            <a:schemeClr val="tx1"/>
          </a:solidFill>
          <a:latin typeface="+mn-lt"/>
          <a:ea typeface="+mn-ea"/>
          <a:cs typeface="+mn-cs"/>
        </a:defRPr>
      </a:lvl8pPr>
      <a:lvl9pPr marL="11938406" indent="-702259" algn="l" defTabSz="2809037" rtl="0" eaLnBrk="1" latinLnBrk="0" hangingPunct="1">
        <a:lnSpc>
          <a:spcPct val="90000"/>
        </a:lnSpc>
        <a:spcBef>
          <a:spcPts val="1536"/>
        </a:spcBef>
        <a:buFont typeface="Arial" panose="020B0604020202020204" pitchFamily="34" charset="0"/>
        <a:buChar char="•"/>
        <a:defRPr sz="5530" kern="1200">
          <a:solidFill>
            <a:schemeClr val="tx1"/>
          </a:solidFill>
          <a:latin typeface="+mn-lt"/>
          <a:ea typeface="+mn-ea"/>
          <a:cs typeface="+mn-cs"/>
        </a:defRPr>
      </a:lvl9pPr>
    </p:bodyStyle>
    <p:otherStyle>
      <a:defPPr>
        <a:defRPr lang="en-US"/>
      </a:defPPr>
      <a:lvl1pPr marL="0" algn="l" defTabSz="2809037" rtl="0" eaLnBrk="1" latinLnBrk="0" hangingPunct="1">
        <a:defRPr sz="5530" kern="1200">
          <a:solidFill>
            <a:schemeClr val="tx1"/>
          </a:solidFill>
          <a:latin typeface="+mn-lt"/>
          <a:ea typeface="+mn-ea"/>
          <a:cs typeface="+mn-cs"/>
        </a:defRPr>
      </a:lvl1pPr>
      <a:lvl2pPr marL="1404518" algn="l" defTabSz="2809037" rtl="0" eaLnBrk="1" latinLnBrk="0" hangingPunct="1">
        <a:defRPr sz="5530" kern="1200">
          <a:solidFill>
            <a:schemeClr val="tx1"/>
          </a:solidFill>
          <a:latin typeface="+mn-lt"/>
          <a:ea typeface="+mn-ea"/>
          <a:cs typeface="+mn-cs"/>
        </a:defRPr>
      </a:lvl2pPr>
      <a:lvl3pPr marL="2809037" algn="l" defTabSz="2809037" rtl="0" eaLnBrk="1" latinLnBrk="0" hangingPunct="1">
        <a:defRPr sz="5530" kern="1200">
          <a:solidFill>
            <a:schemeClr val="tx1"/>
          </a:solidFill>
          <a:latin typeface="+mn-lt"/>
          <a:ea typeface="+mn-ea"/>
          <a:cs typeface="+mn-cs"/>
        </a:defRPr>
      </a:lvl3pPr>
      <a:lvl4pPr marL="4213555" algn="l" defTabSz="2809037" rtl="0" eaLnBrk="1" latinLnBrk="0" hangingPunct="1">
        <a:defRPr sz="5530" kern="1200">
          <a:solidFill>
            <a:schemeClr val="tx1"/>
          </a:solidFill>
          <a:latin typeface="+mn-lt"/>
          <a:ea typeface="+mn-ea"/>
          <a:cs typeface="+mn-cs"/>
        </a:defRPr>
      </a:lvl4pPr>
      <a:lvl5pPr marL="5618074" algn="l" defTabSz="2809037" rtl="0" eaLnBrk="1" latinLnBrk="0" hangingPunct="1">
        <a:defRPr sz="5530" kern="1200">
          <a:solidFill>
            <a:schemeClr val="tx1"/>
          </a:solidFill>
          <a:latin typeface="+mn-lt"/>
          <a:ea typeface="+mn-ea"/>
          <a:cs typeface="+mn-cs"/>
        </a:defRPr>
      </a:lvl5pPr>
      <a:lvl6pPr marL="7022592" algn="l" defTabSz="2809037" rtl="0" eaLnBrk="1" latinLnBrk="0" hangingPunct="1">
        <a:defRPr sz="5530" kern="1200">
          <a:solidFill>
            <a:schemeClr val="tx1"/>
          </a:solidFill>
          <a:latin typeface="+mn-lt"/>
          <a:ea typeface="+mn-ea"/>
          <a:cs typeface="+mn-cs"/>
        </a:defRPr>
      </a:lvl6pPr>
      <a:lvl7pPr marL="8427110" algn="l" defTabSz="2809037" rtl="0" eaLnBrk="1" latinLnBrk="0" hangingPunct="1">
        <a:defRPr sz="5530" kern="1200">
          <a:solidFill>
            <a:schemeClr val="tx1"/>
          </a:solidFill>
          <a:latin typeface="+mn-lt"/>
          <a:ea typeface="+mn-ea"/>
          <a:cs typeface="+mn-cs"/>
        </a:defRPr>
      </a:lvl7pPr>
      <a:lvl8pPr marL="9831629" algn="l" defTabSz="2809037" rtl="0" eaLnBrk="1" latinLnBrk="0" hangingPunct="1">
        <a:defRPr sz="5530" kern="1200">
          <a:solidFill>
            <a:schemeClr val="tx1"/>
          </a:solidFill>
          <a:latin typeface="+mn-lt"/>
          <a:ea typeface="+mn-ea"/>
          <a:cs typeface="+mn-cs"/>
        </a:defRPr>
      </a:lvl8pPr>
      <a:lvl9pPr marL="11236147" algn="l" defTabSz="2809037" rtl="0" eaLnBrk="1" latinLnBrk="0" hangingPunct="1">
        <a:defRPr sz="5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9" Type="http://schemas.openxmlformats.org/officeDocument/2006/relationships/image" Target="../media/image37.png"/><Relationship Id="rId21" Type="http://schemas.openxmlformats.org/officeDocument/2006/relationships/image" Target="../media/image19.png"/><Relationship Id="rId34" Type="http://schemas.openxmlformats.org/officeDocument/2006/relationships/image" Target="../media/image32.png"/><Relationship Id="rId42" Type="http://schemas.openxmlformats.org/officeDocument/2006/relationships/chart" Target="../charts/chart4.xml"/><Relationship Id="rId7" Type="http://schemas.openxmlformats.org/officeDocument/2006/relationships/image" Target="../media/image5.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29" Type="http://schemas.openxmlformats.org/officeDocument/2006/relationships/image" Target="../media/image27.png"/><Relationship Id="rId41" Type="http://schemas.openxmlformats.org/officeDocument/2006/relationships/chart" Target="../charts/chart3.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24" Type="http://schemas.openxmlformats.org/officeDocument/2006/relationships/image" Target="../media/image22.png"/><Relationship Id="rId32" Type="http://schemas.openxmlformats.org/officeDocument/2006/relationships/image" Target="../media/image30.png"/><Relationship Id="rId37" Type="http://schemas.openxmlformats.org/officeDocument/2006/relationships/image" Target="../media/image35.png"/><Relationship Id="rId40" Type="http://schemas.openxmlformats.org/officeDocument/2006/relationships/image" Target="../media/image38.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36" Type="http://schemas.openxmlformats.org/officeDocument/2006/relationships/image" Target="../media/image34.png"/><Relationship Id="rId10" Type="http://schemas.openxmlformats.org/officeDocument/2006/relationships/image" Target="../media/image8.png"/><Relationship Id="rId19" Type="http://schemas.openxmlformats.org/officeDocument/2006/relationships/image" Target="../media/image17.png"/><Relationship Id="rId31" Type="http://schemas.openxmlformats.org/officeDocument/2006/relationships/image" Target="../media/image29.png"/><Relationship Id="rId4" Type="http://schemas.openxmlformats.org/officeDocument/2006/relationships/chart" Target="../charts/chart2.xml"/><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png"/><Relationship Id="rId35" Type="http://schemas.openxmlformats.org/officeDocument/2006/relationships/image" Target="../media/image33.png"/><Relationship Id="rId8" Type="http://schemas.openxmlformats.org/officeDocument/2006/relationships/image" Target="../media/image6.png"/><Relationship Id="rId3" Type="http://schemas.openxmlformats.org/officeDocument/2006/relationships/chart" Target="../charts/chart1.xml"/><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38"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4" name="Chart 4"/>
          <p:cNvGraphicFramePr>
            <a:graphicFrameLocks/>
          </p:cNvGraphicFramePr>
          <p:nvPr>
            <p:extLst>
              <p:ext uri="{D42A27DB-BD31-4B8C-83A1-F6EECF244321}">
                <p14:modId xmlns:p14="http://schemas.microsoft.com/office/powerpoint/2010/main" val="1076351433"/>
              </p:ext>
            </p:extLst>
          </p:nvPr>
        </p:nvGraphicFramePr>
        <p:xfrm>
          <a:off x="9943113" y="9690174"/>
          <a:ext cx="4632877" cy="4022399"/>
        </p:xfrm>
        <a:graphic>
          <a:graphicData uri="http://schemas.openxmlformats.org/drawingml/2006/chart">
            <c:chart xmlns:c="http://schemas.openxmlformats.org/drawingml/2006/chart" xmlns:r="http://schemas.openxmlformats.org/officeDocument/2006/relationships" r:id="rId3"/>
          </a:graphicData>
        </a:graphic>
      </p:graphicFrame>
      <p:sp>
        <p:nvSpPr>
          <p:cNvPr id="11" name="Rectangle 5"/>
          <p:cNvSpPr>
            <a:spLocks noChangeArrowheads="1"/>
          </p:cNvSpPr>
          <p:nvPr/>
        </p:nvSpPr>
        <p:spPr bwMode="auto">
          <a:xfrm>
            <a:off x="841859" y="743114"/>
            <a:ext cx="21590962" cy="23234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243" tIns="45614" rIns="91243" bIns="45614">
            <a:spAutoFit/>
          </a:bodyPr>
          <a:lstStyle>
            <a:lvl1pPr>
              <a:defRPr sz="2900">
                <a:solidFill>
                  <a:schemeClr val="tx1"/>
                </a:solidFill>
                <a:latin typeface="Arial Narrow" charset="0"/>
                <a:ea typeface="ＭＳ Ｐゴシック" charset="-128"/>
              </a:defRPr>
            </a:lvl1pPr>
            <a:lvl2pPr marL="37931725" indent="-37474525">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defRPr/>
            </a:pPr>
            <a:r>
              <a:rPr lang="en-US" altLang="en-US" sz="6400" dirty="0">
                <a:solidFill>
                  <a:srgbClr val="FFFFFF"/>
                </a:solidFill>
                <a:latin typeface="+mn-lt"/>
                <a:ea typeface="Arial" charset="0"/>
              </a:rPr>
              <a:t>DIGITAL ACADEMIC RESEARCH POSTER TEMPLATE</a:t>
            </a:r>
          </a:p>
          <a:p>
            <a:pPr>
              <a:spcAft>
                <a:spcPts val="600"/>
              </a:spcAft>
              <a:defRPr/>
            </a:pPr>
            <a:r>
              <a:rPr lang="en-US" altLang="en-US" sz="3800" dirty="0">
                <a:solidFill>
                  <a:srgbClr val="FFFFFF"/>
                </a:solidFill>
                <a:latin typeface="+mn-lt"/>
                <a:ea typeface="Arial" charset="0"/>
              </a:rPr>
              <a:t>Subtitle for Digital Academic Research Poster (16:9)</a:t>
            </a:r>
          </a:p>
          <a:p>
            <a:pPr>
              <a:spcBef>
                <a:spcPts val="1200"/>
              </a:spcBef>
              <a:defRPr/>
            </a:pPr>
            <a:r>
              <a:rPr lang="en-US" altLang="en-US" sz="2600" dirty="0">
                <a:solidFill>
                  <a:srgbClr val="FFFFFF"/>
                </a:solidFill>
                <a:latin typeface="+mn-lt"/>
                <a:ea typeface="Arial" charset="0"/>
              </a:rPr>
              <a:t>Your names and the names of the people who contributed to this presentation</a:t>
            </a:r>
          </a:p>
        </p:txBody>
      </p:sp>
      <p:sp>
        <p:nvSpPr>
          <p:cNvPr id="14" name="TextBox 3"/>
          <p:cNvSpPr txBox="1">
            <a:spLocks noChangeArrowheads="1"/>
          </p:cNvSpPr>
          <p:nvPr/>
        </p:nvSpPr>
        <p:spPr bwMode="auto">
          <a:xfrm>
            <a:off x="845328" y="4400721"/>
            <a:ext cx="8120711" cy="3375283"/>
          </a:xfrm>
          <a:prstGeom prst="rect">
            <a:avLst/>
          </a:prstGeom>
          <a:solidFill>
            <a:schemeClr val="bg1">
              <a:alpha val="63000"/>
            </a:schemeClr>
          </a:solidFill>
          <a:ln>
            <a:noFill/>
          </a:ln>
          <a:effec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pPr>
              <a:lnSpc>
                <a:spcPts val="3600"/>
              </a:lnSpc>
              <a:spcAft>
                <a:spcPts val="1000"/>
              </a:spcAft>
            </a:pPr>
            <a:r>
              <a:rPr lang="en-US" sz="4000" b="1" dirty="0">
                <a:solidFill>
                  <a:srgbClr val="005BBB"/>
                </a:solidFill>
                <a:latin typeface="+mj-lt"/>
              </a:rPr>
              <a:t>Problem Statement</a:t>
            </a:r>
            <a:endParaRPr lang="en-US" sz="3200" b="1" dirty="0">
              <a:solidFill>
                <a:srgbClr val="005BBB"/>
              </a:solidFill>
            </a:endParaRPr>
          </a:p>
          <a:p>
            <a:pPr>
              <a:lnSpc>
                <a:spcPts val="4200"/>
              </a:lnSpc>
            </a:pPr>
            <a:r>
              <a:rPr lang="en-US" altLang="en-US" sz="3200" dirty="0">
                <a:solidFill>
                  <a:schemeClr val="tx1">
                    <a:lumMod val="75000"/>
                  </a:schemeClr>
                </a:solidFill>
                <a:latin typeface="Arial" charset="0"/>
                <a:ea typeface="Arial" charset="0"/>
              </a:rPr>
              <a:t>Mauris orci mi, varius id diam id, egestas auctor enim. Praesent ut massa nibh. Duis purus neque, facilisis cursus ultrices vel, vitae urna pulvinar, in congue massa aliquet sed nibh sit amet, faucibus.</a:t>
            </a:r>
          </a:p>
        </p:txBody>
      </p:sp>
      <p:sp>
        <p:nvSpPr>
          <p:cNvPr id="16" name="TextBox 15"/>
          <p:cNvSpPr txBox="1"/>
          <p:nvPr/>
        </p:nvSpPr>
        <p:spPr>
          <a:xfrm>
            <a:off x="837440" y="8468780"/>
            <a:ext cx="7723933" cy="4788490"/>
          </a:xfrm>
          <a:prstGeom prst="rect">
            <a:avLst/>
          </a:prstGeom>
          <a:solidFill>
            <a:schemeClr val="bg1">
              <a:alpha val="63000"/>
            </a:schemeClr>
          </a:solidFill>
          <a:effectLst/>
        </p:spPr>
        <p:txBody>
          <a:bodyPr wrap="square">
            <a:spAutoFit/>
          </a:bodyPr>
          <a:lstStyle/>
          <a:p>
            <a:pPr>
              <a:lnSpc>
                <a:spcPts val="3600"/>
              </a:lnSpc>
              <a:spcAft>
                <a:spcPts val="1000"/>
              </a:spcAft>
              <a:defRPr/>
            </a:pPr>
            <a:r>
              <a:rPr lang="en-US" sz="4000" b="1" dirty="0">
                <a:solidFill>
                  <a:srgbClr val="005BBB"/>
                </a:solidFill>
              </a:rPr>
              <a:t>Methods</a:t>
            </a:r>
          </a:p>
          <a:p>
            <a:pPr>
              <a:lnSpc>
                <a:spcPts val="3600"/>
              </a:lnSpc>
              <a:spcAft>
                <a:spcPts val="1000"/>
              </a:spcAft>
              <a:defRPr/>
            </a:pPr>
            <a:r>
              <a:rPr lang="en-US" sz="2600" dirty="0">
                <a:solidFill>
                  <a:schemeClr val="tx1">
                    <a:lumMod val="75000"/>
                  </a:schemeClr>
                </a:solidFill>
                <a:latin typeface="Arial" charset="0"/>
                <a:ea typeface="Arial" charset="0"/>
                <a:cs typeface="Arial" charset="0"/>
              </a:rPr>
              <a:t>Mauris orci mi, varius id diam id, egestas auctor enim. Praesent ut massa nibh. Duis purus neque, facilisis cursus ultrices corper ac augue:</a:t>
            </a:r>
          </a:p>
          <a:p>
            <a:pPr>
              <a:spcBef>
                <a:spcPts val="1200"/>
              </a:spcBef>
              <a:spcAft>
                <a:spcPts val="800"/>
              </a:spcAft>
              <a:defRPr/>
            </a:pPr>
            <a:r>
              <a:rPr lang="en-US" sz="2600" b="1" dirty="0">
                <a:solidFill>
                  <a:schemeClr val="tx2"/>
                </a:solidFill>
                <a:latin typeface="Arial" charset="0"/>
                <a:ea typeface="Arial" charset="0"/>
                <a:cs typeface="Arial" charset="0"/>
              </a:rPr>
              <a:t>MAURIS ORCI VARIUS ID DIAM</a:t>
            </a:r>
            <a:endParaRPr lang="en-US" sz="2600" dirty="0">
              <a:latin typeface="Arial" charset="0"/>
              <a:ea typeface="Arial" charset="0"/>
              <a:cs typeface="Arial" charset="0"/>
            </a:endParaRPr>
          </a:p>
          <a:p>
            <a:pPr marL="914400" lvl="1" indent="-457200">
              <a:lnSpc>
                <a:spcPts val="3600"/>
              </a:lnSpc>
              <a:spcAft>
                <a:spcPts val="700"/>
              </a:spcAft>
              <a:buClr>
                <a:schemeClr val="tx2"/>
              </a:buClr>
              <a:buSzPct val="125000"/>
              <a:buFont typeface="Arial" charset="0"/>
              <a:buChar char="•"/>
              <a:defRPr/>
            </a:pPr>
            <a:r>
              <a:rPr lang="en-US" sz="2600" dirty="0">
                <a:solidFill>
                  <a:schemeClr val="tx1">
                    <a:lumMod val="75000"/>
                  </a:schemeClr>
                </a:solidFill>
                <a:latin typeface="Arial" charset="0"/>
                <a:ea typeface="Arial" charset="0"/>
                <a:cs typeface="Arial" charset="0"/>
              </a:rPr>
              <a:t>Sed in risus nibh. In nisl quam, aliquet sed nibh sitamet, faucibus placerat dui. </a:t>
            </a:r>
          </a:p>
          <a:p>
            <a:pPr marL="914400" lvl="1" indent="-457200">
              <a:lnSpc>
                <a:spcPts val="3600"/>
              </a:lnSpc>
              <a:spcAft>
                <a:spcPts val="700"/>
              </a:spcAft>
              <a:buClr>
                <a:schemeClr val="tx2"/>
              </a:buClr>
              <a:buSzPct val="125000"/>
              <a:buFont typeface="Arial" charset="0"/>
              <a:buChar char="•"/>
              <a:defRPr/>
            </a:pPr>
            <a:r>
              <a:rPr lang="en-US" sz="2600" dirty="0">
                <a:solidFill>
                  <a:schemeClr val="tx1">
                    <a:lumMod val="75000"/>
                  </a:schemeClr>
                </a:solidFill>
                <a:latin typeface="Arial" charset="0"/>
                <a:ea typeface="Arial" charset="0"/>
                <a:cs typeface="Arial" charset="0"/>
              </a:rPr>
              <a:t>Fusce quis augue scelerisque, luctus rum sed, ut in pulvinar urna in eros posuere.</a:t>
            </a:r>
          </a:p>
        </p:txBody>
      </p:sp>
      <p:graphicFrame>
        <p:nvGraphicFramePr>
          <p:cNvPr id="18" name="Chart Placeholder 14"/>
          <p:cNvGraphicFramePr>
            <a:graphicFrameLocks/>
          </p:cNvGraphicFramePr>
          <p:nvPr>
            <p:extLst>
              <p:ext uri="{D42A27DB-BD31-4B8C-83A1-F6EECF244321}">
                <p14:modId xmlns:p14="http://schemas.microsoft.com/office/powerpoint/2010/main" val="975233685"/>
              </p:ext>
            </p:extLst>
          </p:nvPr>
        </p:nvGraphicFramePr>
        <p:xfrm>
          <a:off x="19235943" y="4307699"/>
          <a:ext cx="8037095" cy="5329901"/>
        </p:xfrm>
        <a:graphic>
          <a:graphicData uri="http://schemas.openxmlformats.org/drawingml/2006/chart">
            <c:chart xmlns:c="http://schemas.openxmlformats.org/drawingml/2006/chart" xmlns:r="http://schemas.openxmlformats.org/officeDocument/2006/relationships" r:id="rId4"/>
          </a:graphicData>
        </a:graphic>
      </p:graphicFrame>
      <p:sp>
        <p:nvSpPr>
          <p:cNvPr id="22" name="Freeform 21"/>
          <p:cNvSpPr/>
          <p:nvPr/>
        </p:nvSpPr>
        <p:spPr>
          <a:xfrm rot="10800000">
            <a:off x="17235054" y="10889672"/>
            <a:ext cx="282288" cy="1374157"/>
          </a:xfrm>
          <a:custGeom>
            <a:avLst/>
            <a:gdLst>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72768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4713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87397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1055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71154 w 376733"/>
              <a:gd name="connsiteY5" fmla="*/ 1564474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87365"/>
              <a:gd name="connsiteY0" fmla="*/ 0 h 1645920"/>
              <a:gd name="connsiteX1" fmla="*/ 0 w 387365"/>
              <a:gd name="connsiteY1" fmla="*/ 0 h 1645920"/>
              <a:gd name="connsiteX2" fmla="*/ 0 w 387365"/>
              <a:gd name="connsiteY2" fmla="*/ 1645920 h 1645920"/>
              <a:gd name="connsiteX3" fmla="*/ 376733 w 387365"/>
              <a:gd name="connsiteY3" fmla="*/ 1645920 h 1645920"/>
              <a:gd name="connsiteX4" fmla="*/ 387365 w 387365"/>
              <a:gd name="connsiteY4" fmla="*/ 1564475 h 1645920"/>
              <a:gd name="connsiteX5" fmla="*/ 71154 w 387365"/>
              <a:gd name="connsiteY5" fmla="*/ 1564474 h 1645920"/>
              <a:gd name="connsiteX6" fmla="*/ 65837 w 387365"/>
              <a:gd name="connsiteY6" fmla="*/ 58521 h 1645920"/>
              <a:gd name="connsiteX7" fmla="*/ 336499 w 387365"/>
              <a:gd name="connsiteY7" fmla="*/ 58521 h 1645920"/>
              <a:gd name="connsiteX8" fmla="*/ 336499 w 387365"/>
              <a:gd name="connsiteY8" fmla="*/ 0 h 1645920"/>
              <a:gd name="connsiteX0" fmla="*/ 336499 w 405611"/>
              <a:gd name="connsiteY0" fmla="*/ 0 h 1645920"/>
              <a:gd name="connsiteX1" fmla="*/ 0 w 405611"/>
              <a:gd name="connsiteY1" fmla="*/ 0 h 1645920"/>
              <a:gd name="connsiteX2" fmla="*/ 0 w 405611"/>
              <a:gd name="connsiteY2" fmla="*/ 1645920 h 1645920"/>
              <a:gd name="connsiteX3" fmla="*/ 376733 w 405611"/>
              <a:gd name="connsiteY3" fmla="*/ 1645920 h 1645920"/>
              <a:gd name="connsiteX4" fmla="*/ 387365 w 405611"/>
              <a:gd name="connsiteY4" fmla="*/ 1564475 h 1645920"/>
              <a:gd name="connsiteX5" fmla="*/ 71154 w 405611"/>
              <a:gd name="connsiteY5" fmla="*/ 1564474 h 1645920"/>
              <a:gd name="connsiteX6" fmla="*/ 65837 w 405611"/>
              <a:gd name="connsiteY6" fmla="*/ 58521 h 1645920"/>
              <a:gd name="connsiteX7" fmla="*/ 405611 w 405611"/>
              <a:gd name="connsiteY7" fmla="*/ 63838 h 1645920"/>
              <a:gd name="connsiteX8" fmla="*/ 336499 w 405611"/>
              <a:gd name="connsiteY8" fmla="*/ 0 h 1645920"/>
              <a:gd name="connsiteX0" fmla="*/ 400294 w 405611"/>
              <a:gd name="connsiteY0" fmla="*/ 0 h 1651236"/>
              <a:gd name="connsiteX1" fmla="*/ 0 w 405611"/>
              <a:gd name="connsiteY1" fmla="*/ 5316 h 1651236"/>
              <a:gd name="connsiteX2" fmla="*/ 0 w 405611"/>
              <a:gd name="connsiteY2" fmla="*/ 1651236 h 1651236"/>
              <a:gd name="connsiteX3" fmla="*/ 376733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403314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71490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44886"/>
              <a:gd name="connsiteX1" fmla="*/ 0 w 405611"/>
              <a:gd name="connsiteY1" fmla="*/ 5316 h 1644886"/>
              <a:gd name="connsiteX2" fmla="*/ 0 w 405611"/>
              <a:gd name="connsiteY2" fmla="*/ 1644886 h 1644886"/>
              <a:gd name="connsiteX3" fmla="*/ 387439 w 405611"/>
              <a:gd name="connsiteY3" fmla="*/ 1644886 h 1644886"/>
              <a:gd name="connsiteX4" fmla="*/ 387365 w 405611"/>
              <a:gd name="connsiteY4" fmla="*/ 1566616 h 1644886"/>
              <a:gd name="connsiteX5" fmla="*/ 71154 w 405611"/>
              <a:gd name="connsiteY5" fmla="*/ 1569790 h 1644886"/>
              <a:gd name="connsiteX6" fmla="*/ 65837 w 405611"/>
              <a:gd name="connsiteY6" fmla="*/ 63837 h 1644886"/>
              <a:gd name="connsiteX7" fmla="*/ 405611 w 405611"/>
              <a:gd name="connsiteY7" fmla="*/ 69154 h 1644886"/>
              <a:gd name="connsiteX8" fmla="*/ 400294 w 405611"/>
              <a:gd name="connsiteY8" fmla="*/ 0 h 1644886"/>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63837 h 1644886"/>
              <a:gd name="connsiteX7" fmla="*/ 386561 w 400294"/>
              <a:gd name="connsiteY7" fmla="*/ 78679 h 1644886"/>
              <a:gd name="connsiteX8" fmla="*/ 400294 w 400294"/>
              <a:gd name="connsiteY8" fmla="*/ 0 h 1644886"/>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60662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414236"/>
              <a:gd name="connsiteY0" fmla="*/ 0 h 1641711"/>
              <a:gd name="connsiteX1" fmla="*/ 0 w 414236"/>
              <a:gd name="connsiteY1" fmla="*/ 2141 h 1641711"/>
              <a:gd name="connsiteX2" fmla="*/ 0 w 414236"/>
              <a:gd name="connsiteY2" fmla="*/ 1641711 h 1641711"/>
              <a:gd name="connsiteX3" fmla="*/ 387439 w 414236"/>
              <a:gd name="connsiteY3" fmla="*/ 1641711 h 1641711"/>
              <a:gd name="connsiteX4" fmla="*/ 379172 w 414236"/>
              <a:gd name="connsiteY4" fmla="*/ 1600163 h 1641711"/>
              <a:gd name="connsiteX5" fmla="*/ 387365 w 414236"/>
              <a:gd name="connsiteY5" fmla="*/ 1563441 h 1641711"/>
              <a:gd name="connsiteX6" fmla="*/ 71154 w 414236"/>
              <a:gd name="connsiteY6" fmla="*/ 1566615 h 1641711"/>
              <a:gd name="connsiteX7" fmla="*/ 65837 w 414236"/>
              <a:gd name="connsiteY7" fmla="*/ 76537 h 1641711"/>
              <a:gd name="connsiteX8" fmla="*/ 386561 w 414236"/>
              <a:gd name="connsiteY8" fmla="*/ 75504 h 1641711"/>
              <a:gd name="connsiteX9" fmla="*/ 384419 w 414236"/>
              <a:gd name="connsiteY9" fmla="*/ 0 h 1641711"/>
              <a:gd name="connsiteX0" fmla="*/ 384419 w 431494"/>
              <a:gd name="connsiteY0" fmla="*/ 0 h 1641711"/>
              <a:gd name="connsiteX1" fmla="*/ 0 w 431494"/>
              <a:gd name="connsiteY1" fmla="*/ 2141 h 1641711"/>
              <a:gd name="connsiteX2" fmla="*/ 0 w 431494"/>
              <a:gd name="connsiteY2" fmla="*/ 1641711 h 1641711"/>
              <a:gd name="connsiteX3" fmla="*/ 387439 w 431494"/>
              <a:gd name="connsiteY3" fmla="*/ 1641711 h 1641711"/>
              <a:gd name="connsiteX4" fmla="*/ 387365 w 431494"/>
              <a:gd name="connsiteY4" fmla="*/ 1563441 h 1641711"/>
              <a:gd name="connsiteX5" fmla="*/ 71154 w 431494"/>
              <a:gd name="connsiteY5" fmla="*/ 1566615 h 1641711"/>
              <a:gd name="connsiteX6" fmla="*/ 65837 w 431494"/>
              <a:gd name="connsiteY6" fmla="*/ 76537 h 1641711"/>
              <a:gd name="connsiteX7" fmla="*/ 386561 w 431494"/>
              <a:gd name="connsiteY7" fmla="*/ 75504 h 1641711"/>
              <a:gd name="connsiteX8" fmla="*/ 384419 w 431494"/>
              <a:gd name="connsiteY8" fmla="*/ 0 h 1641711"/>
              <a:gd name="connsiteX0" fmla="*/ 384419 w 409039"/>
              <a:gd name="connsiteY0" fmla="*/ 0 h 1642067"/>
              <a:gd name="connsiteX1" fmla="*/ 0 w 409039"/>
              <a:gd name="connsiteY1" fmla="*/ 2141 h 1642067"/>
              <a:gd name="connsiteX2" fmla="*/ 0 w 409039"/>
              <a:gd name="connsiteY2" fmla="*/ 1641711 h 1642067"/>
              <a:gd name="connsiteX3" fmla="*/ 387439 w 409039"/>
              <a:gd name="connsiteY3" fmla="*/ 1641711 h 1642067"/>
              <a:gd name="connsiteX4" fmla="*/ 387365 w 409039"/>
              <a:gd name="connsiteY4" fmla="*/ 1563441 h 1642067"/>
              <a:gd name="connsiteX5" fmla="*/ 71154 w 409039"/>
              <a:gd name="connsiteY5" fmla="*/ 1566615 h 1642067"/>
              <a:gd name="connsiteX6" fmla="*/ 65837 w 409039"/>
              <a:gd name="connsiteY6" fmla="*/ 76537 h 1642067"/>
              <a:gd name="connsiteX7" fmla="*/ 386561 w 409039"/>
              <a:gd name="connsiteY7" fmla="*/ 75504 h 1642067"/>
              <a:gd name="connsiteX8" fmla="*/ 384419 w 409039"/>
              <a:gd name="connsiteY8" fmla="*/ 0 h 1642067"/>
              <a:gd name="connsiteX0" fmla="*/ 384419 w 410804"/>
              <a:gd name="connsiteY0" fmla="*/ 0 h 1641711"/>
              <a:gd name="connsiteX1" fmla="*/ 0 w 410804"/>
              <a:gd name="connsiteY1" fmla="*/ 2141 h 1641711"/>
              <a:gd name="connsiteX2" fmla="*/ 0 w 410804"/>
              <a:gd name="connsiteY2" fmla="*/ 1641711 h 1641711"/>
              <a:gd name="connsiteX3" fmla="*/ 387439 w 410804"/>
              <a:gd name="connsiteY3" fmla="*/ 1641711 h 1641711"/>
              <a:gd name="connsiteX4" fmla="*/ 387365 w 410804"/>
              <a:gd name="connsiteY4" fmla="*/ 1563441 h 1641711"/>
              <a:gd name="connsiteX5" fmla="*/ 71154 w 410804"/>
              <a:gd name="connsiteY5" fmla="*/ 1566615 h 1641711"/>
              <a:gd name="connsiteX6" fmla="*/ 65837 w 410804"/>
              <a:gd name="connsiteY6" fmla="*/ 76537 h 1641711"/>
              <a:gd name="connsiteX7" fmla="*/ 386561 w 410804"/>
              <a:gd name="connsiteY7" fmla="*/ 75504 h 1641711"/>
              <a:gd name="connsiteX8" fmla="*/ 384419 w 410804"/>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79712 h 1644886"/>
              <a:gd name="connsiteX7" fmla="*/ 386561 w 400294"/>
              <a:gd name="connsiteY7" fmla="*/ 78679 h 1644886"/>
              <a:gd name="connsiteX8" fmla="*/ 400294 w 400294"/>
              <a:gd name="connsiteY8" fmla="*/ 0 h 1644886"/>
              <a:gd name="connsiteX0" fmla="*/ 37806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7806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439" h="1641711">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24" name="Arc 23"/>
          <p:cNvSpPr/>
          <p:nvPr/>
        </p:nvSpPr>
        <p:spPr>
          <a:xfrm rot="16200000">
            <a:off x="13039252" y="10838631"/>
            <a:ext cx="1596181" cy="1721040"/>
          </a:xfrm>
          <a:prstGeom prst="arc">
            <a:avLst>
              <a:gd name="adj1" fmla="val 16200000"/>
              <a:gd name="adj2" fmla="val 3291054"/>
            </a:avLst>
          </a:prstGeom>
          <a:ln w="50800">
            <a:solidFill>
              <a:schemeClr val="accent3"/>
            </a:solidFill>
            <a:prstDash val="solid"/>
            <a:headEnd type="arrow" w="lg" len="med"/>
            <a:tailEnd type="oval"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dirty="0"/>
          </a:p>
        </p:txBody>
      </p:sp>
      <p:graphicFrame>
        <p:nvGraphicFramePr>
          <p:cNvPr id="25" name="Table 24"/>
          <p:cNvGraphicFramePr>
            <a:graphicFrameLocks noGrp="1"/>
          </p:cNvGraphicFramePr>
          <p:nvPr>
            <p:extLst>
              <p:ext uri="{D42A27DB-BD31-4B8C-83A1-F6EECF244321}">
                <p14:modId xmlns:p14="http://schemas.microsoft.com/office/powerpoint/2010/main" val="1447255623"/>
              </p:ext>
            </p:extLst>
          </p:nvPr>
        </p:nvGraphicFramePr>
        <p:xfrm>
          <a:off x="19119272" y="13039767"/>
          <a:ext cx="8229601" cy="3075256"/>
        </p:xfrm>
        <a:graphic>
          <a:graphicData uri="http://schemas.openxmlformats.org/drawingml/2006/table">
            <a:tbl>
              <a:tblPr firstRow="1" bandRow="1">
                <a:tableStyleId>{6E25E649-3F16-4E02-A733-19D2CDBF48F0}</a:tableStyleId>
              </a:tblPr>
              <a:tblGrid>
                <a:gridCol w="1921249">
                  <a:extLst>
                    <a:ext uri="{9D8B030D-6E8A-4147-A177-3AD203B41FA5}">
                      <a16:colId xmlns:a16="http://schemas.microsoft.com/office/drawing/2014/main" val="20000"/>
                    </a:ext>
                  </a:extLst>
                </a:gridCol>
                <a:gridCol w="2148168">
                  <a:extLst>
                    <a:ext uri="{9D8B030D-6E8A-4147-A177-3AD203B41FA5}">
                      <a16:colId xmlns:a16="http://schemas.microsoft.com/office/drawing/2014/main" val="20001"/>
                    </a:ext>
                  </a:extLst>
                </a:gridCol>
                <a:gridCol w="1906120">
                  <a:extLst>
                    <a:ext uri="{9D8B030D-6E8A-4147-A177-3AD203B41FA5}">
                      <a16:colId xmlns:a16="http://schemas.microsoft.com/office/drawing/2014/main" val="20002"/>
                    </a:ext>
                  </a:extLst>
                </a:gridCol>
                <a:gridCol w="2254064">
                  <a:extLst>
                    <a:ext uri="{9D8B030D-6E8A-4147-A177-3AD203B41FA5}">
                      <a16:colId xmlns:a16="http://schemas.microsoft.com/office/drawing/2014/main" val="20003"/>
                    </a:ext>
                  </a:extLst>
                </a:gridCol>
              </a:tblGrid>
              <a:tr h="628798">
                <a:tc gridSpan="4">
                  <a:txBody>
                    <a:bodyPr/>
                    <a:lstStyle/>
                    <a:p>
                      <a:pPr algn="ctr"/>
                      <a:r>
                        <a:rPr lang="en-US" sz="2800" dirty="0">
                          <a:ln>
                            <a:noFill/>
                            <a:prstDash val="dash"/>
                          </a:ln>
                        </a:rPr>
                        <a:t>Chart Title</a:t>
                      </a:r>
                      <a:endParaRPr lang="en-US" sz="2800" b="1" dirty="0">
                        <a:ln>
                          <a:noFill/>
                          <a:prstDash val="dash"/>
                        </a:ln>
                        <a:solidFill>
                          <a:schemeClr val="tx1"/>
                        </a:solidFill>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762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en-US"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hMerge="1">
                  <a:txBody>
                    <a:bodyPr/>
                    <a:lstStyle/>
                    <a:p>
                      <a:endParaRPr lang="en-US" dirty="0">
                        <a:ln>
                          <a:solidFill>
                            <a:schemeClr val="tx1"/>
                          </a:solidFill>
                          <a:prstDash val="dash"/>
                        </a:ln>
                      </a:endParaRPr>
                    </a:p>
                  </a:txBody>
                  <a:tcPr>
                    <a:lnL w="12700" cap="flat" cmpd="sng" algn="ctr">
                      <a:noFill/>
                      <a:prstDash val="sysDash"/>
                      <a:round/>
                      <a:headEnd type="none" w="med" len="med"/>
                      <a:tailEnd type="none" w="med" len="med"/>
                    </a:lnL>
                    <a:lnR w="3175" cap="flat" cmpd="sng" algn="ctr">
                      <a:solidFill>
                        <a:schemeClr val="bg2">
                          <a:lumMod val="75000"/>
                        </a:schemeClr>
                      </a:solidFill>
                      <a:prstDash val="sysDash"/>
                      <a:round/>
                      <a:headEnd type="none" w="med" len="med"/>
                      <a:tailEnd type="none" w="med" len="med"/>
                    </a:lnR>
                    <a:lnT w="3175" cap="flat" cmpd="sng" algn="ctr">
                      <a:solidFill>
                        <a:schemeClr val="bg2">
                          <a:lumMod val="75000"/>
                        </a:schemeClr>
                      </a:solidFill>
                      <a:prstDash val="sysDash"/>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493922">
                <a:tc>
                  <a:txBody>
                    <a:bodyPr/>
                    <a:lstStyle/>
                    <a:p>
                      <a:pPr algn="ctr"/>
                      <a:r>
                        <a:rPr lang="en-US" sz="2400" cap="none" spc="0" dirty="0">
                          <a:ln>
                            <a:noFill/>
                          </a:ln>
                          <a:effectLst/>
                        </a:rPr>
                        <a:t>8.01</a:t>
                      </a:r>
                      <a:endParaRPr lang="en-US" sz="2400" b="0" cap="none" spc="0" dirty="0">
                        <a:ln>
                          <a:noFill/>
                        </a:ln>
                        <a:solidFill>
                          <a:schemeClr val="tx1"/>
                        </a:solidFill>
                        <a:effectLst/>
                      </a:endParaRPr>
                    </a:p>
                  </a:txBody>
                  <a:tcPr marL="60094" marR="60094" marT="30047" marB="30047">
                    <a:lnL w="12700" cap="flat" cmpd="sng" algn="ctr">
                      <a:noFill/>
                      <a:prstDash val="solid"/>
                      <a:round/>
                      <a:headEnd type="none" w="med" len="med"/>
                      <a:tailEnd type="none" w="med" len="med"/>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algn="ctr"/>
                      <a:r>
                        <a:rPr lang="en-US" sz="2400" cap="none" spc="0" dirty="0">
                          <a:ln>
                            <a:noFill/>
                          </a:ln>
                          <a:effectLst/>
                        </a:rPr>
                        <a:t>7.99</a:t>
                      </a:r>
                      <a:endParaRPr lang="en-US" sz="2400" b="0" cap="none" spc="0" dirty="0">
                        <a:ln>
                          <a:noFill/>
                        </a:ln>
                        <a:solidFill>
                          <a:schemeClr val="tx1"/>
                        </a:solidFill>
                        <a:effectLst/>
                      </a:endParaRPr>
                    </a:p>
                  </a:txBody>
                  <a:tcPr marL="60094" marR="60094" marT="30047" marB="30047">
                    <a:lnL>
                      <a:noFill/>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5.77</a:t>
                      </a:r>
                      <a:endParaRPr lang="en-US" sz="2400" b="0" cap="none" spc="0" dirty="0">
                        <a:ln>
                          <a:noFill/>
                        </a:ln>
                        <a:solidFill>
                          <a:schemeClr val="tx1"/>
                        </a:solidFill>
                        <a:effectLst/>
                      </a:endParaRPr>
                    </a:p>
                  </a:txBody>
                  <a:tcPr marL="60094" marR="60094" marT="30047" marB="30047">
                    <a:lnL>
                      <a:noFill/>
                    </a:lnL>
                    <a:lnR>
                      <a:noFill/>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6.44</a:t>
                      </a:r>
                      <a:endParaRPr lang="en-US" sz="2400" b="0" cap="none" spc="0" dirty="0">
                        <a:ln>
                          <a:noFill/>
                        </a:ln>
                        <a:solidFill>
                          <a:schemeClr val="tx1"/>
                        </a:solidFill>
                        <a:effectLst/>
                      </a:endParaRPr>
                    </a:p>
                  </a:txBody>
                  <a:tcPr marL="60094" marR="60094" marT="30047" marB="30047">
                    <a:lnL>
                      <a:noFill/>
                    </a:lnL>
                    <a:lnR w="12700" cap="flat" cmpd="sng" algn="ctr">
                      <a:noFill/>
                      <a:prstDash val="solid"/>
                      <a:round/>
                      <a:headEnd type="none" w="med" len="med"/>
                      <a:tailEnd type="none" w="med" len="med"/>
                    </a:lnR>
                    <a:lnT w="76200" cap="flat" cmpd="sng" algn="ctr">
                      <a:solidFill>
                        <a:schemeClr val="bg1"/>
                      </a:solidFill>
                      <a:prstDash val="solid"/>
                      <a:round/>
                      <a:headEnd type="none" w="med" len="med"/>
                      <a:tailEnd type="none" w="med" len="med"/>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500303">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4.50</a:t>
                      </a:r>
                      <a:endParaRPr lang="en-US" sz="2400" b="0" cap="none" spc="0" dirty="0">
                        <a:ln>
                          <a:noFill/>
                        </a:ln>
                        <a:solidFill>
                          <a:schemeClr val="tx1"/>
                        </a:solidFill>
                        <a:effectLst/>
                      </a:endParaRPr>
                    </a:p>
                  </a:txBody>
                  <a:tcPr marL="60094" marR="60094" marT="30047" marB="30047">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3.11</a:t>
                      </a:r>
                      <a:endParaRPr lang="en-US" sz="2400" b="0" cap="none" spc="0" dirty="0">
                        <a:ln>
                          <a:noFill/>
                        </a:ln>
                        <a:solidFill>
                          <a:schemeClr val="tx1"/>
                        </a:solidFill>
                        <a:effectLst/>
                      </a:endParaRPr>
                    </a:p>
                  </a:txBody>
                  <a:tcPr marL="60094" marR="60094" marT="30047" marB="30047">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9.55</a:t>
                      </a:r>
                      <a:endParaRPr lang="en-US" sz="2400" b="0" cap="none" spc="0" dirty="0">
                        <a:ln>
                          <a:noFill/>
                        </a:ln>
                        <a:solidFill>
                          <a:schemeClr val="tx1"/>
                        </a:solidFill>
                        <a:effectLst/>
                      </a:endParaRPr>
                    </a:p>
                  </a:txBody>
                  <a:tcPr marL="60094" marR="60094" marT="30047" marB="30047">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1.12</a:t>
                      </a:r>
                      <a:endParaRPr lang="en-US" sz="2400" b="0" cap="none" spc="0" dirty="0">
                        <a:ln>
                          <a:noFill/>
                        </a:ln>
                        <a:solidFill>
                          <a:schemeClr val="tx1"/>
                        </a:solidFill>
                        <a:effectLst/>
                      </a:endParaRPr>
                    </a:p>
                  </a:txBody>
                  <a:tcPr marL="60094" marR="60094" marT="30047" marB="30047">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497111">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6.15</a:t>
                      </a:r>
                      <a:endParaRPr lang="en-US" sz="2400" b="0" cap="none" spc="0" dirty="0">
                        <a:ln>
                          <a:noFill/>
                        </a:ln>
                        <a:solidFill>
                          <a:schemeClr val="tx1"/>
                        </a:solidFill>
                        <a:effectLst/>
                      </a:endParaRPr>
                    </a:p>
                  </a:txBody>
                  <a:tcPr marL="60094" marR="60094" marT="30047" marB="30047">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8.00</a:t>
                      </a:r>
                      <a:endParaRPr lang="en-US" sz="2400" b="0" cap="none" spc="0" dirty="0">
                        <a:ln>
                          <a:noFill/>
                        </a:ln>
                        <a:solidFill>
                          <a:schemeClr val="tx1"/>
                        </a:solidFill>
                        <a:effectLst/>
                      </a:endParaRPr>
                    </a:p>
                  </a:txBody>
                  <a:tcPr marL="60094" marR="60094" marT="30047" marB="30047">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6.18</a:t>
                      </a:r>
                      <a:endParaRPr lang="en-US" sz="2400" b="0" cap="none" spc="0" dirty="0">
                        <a:ln>
                          <a:noFill/>
                        </a:ln>
                        <a:solidFill>
                          <a:schemeClr val="tx1"/>
                        </a:solidFill>
                        <a:effectLst/>
                      </a:endParaRPr>
                    </a:p>
                  </a:txBody>
                  <a:tcPr marL="60094" marR="60094" marT="30047" marB="30047">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5.65</a:t>
                      </a:r>
                      <a:endParaRPr lang="en-US" sz="2400" b="0" cap="none" spc="0" dirty="0">
                        <a:ln>
                          <a:noFill/>
                        </a:ln>
                        <a:solidFill>
                          <a:schemeClr val="tx1"/>
                        </a:solidFill>
                        <a:effectLst/>
                      </a:endParaRPr>
                    </a:p>
                  </a:txBody>
                  <a:tcPr marL="60094" marR="60094" marT="30047" marB="30047">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477561">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8.21</a:t>
                      </a:r>
                      <a:endParaRPr lang="en-US" sz="2400" b="0" cap="none" spc="0" dirty="0">
                        <a:ln>
                          <a:noFill/>
                        </a:ln>
                        <a:solidFill>
                          <a:schemeClr val="tx1"/>
                        </a:solidFill>
                        <a:effectLst/>
                      </a:endParaRPr>
                    </a:p>
                  </a:txBody>
                  <a:tcPr marL="60094" marR="60094" marT="30047" marB="30047">
                    <a:lnL w="12700" cap="flat" cmpd="sng" algn="ctr">
                      <a:noFill/>
                      <a:prstDash val="solid"/>
                      <a:round/>
                      <a:headEnd type="none" w="med" len="med"/>
                      <a:tailEnd type="none" w="med" len="med"/>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2.16</a:t>
                      </a:r>
                      <a:endParaRPr lang="en-US" sz="2400" b="0" cap="none" spc="0" dirty="0">
                        <a:ln>
                          <a:noFill/>
                        </a:ln>
                        <a:solidFill>
                          <a:schemeClr val="tx1"/>
                        </a:solidFill>
                        <a:effectLst/>
                      </a:endParaRPr>
                    </a:p>
                  </a:txBody>
                  <a:tcPr marL="60094" marR="60094" marT="30047" marB="30047">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3.11*</a:t>
                      </a:r>
                      <a:endParaRPr lang="en-US" sz="2400" b="0" cap="none" spc="0" dirty="0">
                        <a:ln>
                          <a:noFill/>
                        </a:ln>
                        <a:solidFill>
                          <a:schemeClr val="tx1"/>
                        </a:solidFill>
                        <a:effectLst/>
                      </a:endParaRPr>
                    </a:p>
                  </a:txBody>
                  <a:tcPr marL="60094" marR="60094" marT="30047" marB="30047">
                    <a:lnL>
                      <a:noFill/>
                    </a:lnL>
                    <a:lnR>
                      <a:noFill/>
                    </a:lnR>
                    <a:lnT>
                      <a:noFill/>
                    </a:lnT>
                    <a:lnB>
                      <a:noFill/>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cap="none" spc="0" dirty="0">
                          <a:ln>
                            <a:noFill/>
                          </a:ln>
                          <a:effectLst/>
                        </a:rPr>
                        <a:t>7.17</a:t>
                      </a:r>
                      <a:endParaRPr lang="en-US" sz="2400" b="0" cap="none" spc="0" dirty="0">
                        <a:ln>
                          <a:noFill/>
                        </a:ln>
                        <a:solidFill>
                          <a:schemeClr val="tx1"/>
                        </a:solidFill>
                        <a:effectLst/>
                      </a:endParaRPr>
                    </a:p>
                  </a:txBody>
                  <a:tcPr marL="60094" marR="60094" marT="30047" marB="30047">
                    <a:lnL>
                      <a:noFill/>
                    </a:lnL>
                    <a:lnR w="12700"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477561">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b="0" cap="none" spc="0" dirty="0">
                          <a:ln>
                            <a:noFill/>
                          </a:ln>
                          <a:solidFill>
                            <a:schemeClr val="tx1"/>
                          </a:solidFill>
                          <a:effectLst/>
                        </a:rPr>
                        <a:t>3.00</a:t>
                      </a:r>
                    </a:p>
                  </a:txBody>
                  <a:tcPr marL="60094" marR="60094" marT="30047" marB="30047">
                    <a:lnL w="12700" cap="flat" cmpd="sng" algn="ctr">
                      <a:noFill/>
                      <a:prstDash val="solid"/>
                      <a:round/>
                      <a:headEnd type="none" w="med" len="med"/>
                      <a:tailEnd type="none" w="med" len="med"/>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b="0" cap="none" spc="0" dirty="0">
                          <a:ln>
                            <a:noFill/>
                          </a:ln>
                          <a:solidFill>
                            <a:schemeClr val="tx1"/>
                          </a:solidFill>
                          <a:effectLst/>
                        </a:rPr>
                        <a:t>9.70</a:t>
                      </a:r>
                    </a:p>
                  </a:txBody>
                  <a:tcPr marL="60094" marR="60094" marT="30047" marB="30047">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b="0" cap="none" spc="0" dirty="0">
                          <a:ln>
                            <a:noFill/>
                          </a:ln>
                          <a:solidFill>
                            <a:schemeClr val="tx1"/>
                          </a:solidFill>
                          <a:effectLst/>
                        </a:rPr>
                        <a:t>10.50</a:t>
                      </a:r>
                    </a:p>
                  </a:txBody>
                  <a:tcPr marL="60094" marR="60094" marT="30047" marB="30047">
                    <a:lnL>
                      <a:noFill/>
                    </a:lnL>
                    <a:lnR>
                      <a:noFill/>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2400" b="0" cap="none" spc="0" dirty="0">
                          <a:ln>
                            <a:noFill/>
                          </a:ln>
                          <a:solidFill>
                            <a:schemeClr val="tx1"/>
                          </a:solidFill>
                          <a:effectLst/>
                        </a:rPr>
                        <a:t>4.45</a:t>
                      </a:r>
                    </a:p>
                  </a:txBody>
                  <a:tcPr marL="60094" marR="60094" marT="30047" marB="30047">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26" name="TextBox 25"/>
          <p:cNvSpPr txBox="1"/>
          <p:nvPr/>
        </p:nvSpPr>
        <p:spPr>
          <a:xfrm>
            <a:off x="9819460" y="4400721"/>
            <a:ext cx="8100302" cy="4862870"/>
          </a:xfrm>
          <a:prstGeom prst="rect">
            <a:avLst/>
          </a:prstGeom>
          <a:solidFill>
            <a:schemeClr val="bg1">
              <a:alpha val="63000"/>
            </a:schemeClr>
          </a:solidFill>
          <a:effectLst/>
        </p:spPr>
        <p:txBody>
          <a:bodyPr wrap="square">
            <a:spAutoFit/>
          </a:bodyPr>
          <a:lstStyle/>
          <a:p>
            <a:pPr>
              <a:lnSpc>
                <a:spcPts val="3600"/>
              </a:lnSpc>
              <a:spcAft>
                <a:spcPts val="1000"/>
              </a:spcAft>
              <a:defRPr/>
            </a:pPr>
            <a:r>
              <a:rPr lang="en-US" sz="4000" b="1" dirty="0">
                <a:solidFill>
                  <a:srgbClr val="005BBB"/>
                </a:solidFill>
              </a:rPr>
              <a:t>Data Analysis </a:t>
            </a:r>
          </a:p>
          <a:p>
            <a:pPr>
              <a:lnSpc>
                <a:spcPts val="3600"/>
              </a:lnSpc>
              <a:spcAft>
                <a:spcPts val="1200"/>
              </a:spcAft>
              <a:defRPr/>
            </a:pPr>
            <a:r>
              <a:rPr lang="en-US" sz="2600" dirty="0">
                <a:solidFill>
                  <a:schemeClr val="tx1">
                    <a:lumMod val="75000"/>
                  </a:schemeClr>
                </a:solidFill>
                <a:latin typeface="Arial" charset="0"/>
                <a:ea typeface="Arial" charset="0"/>
                <a:cs typeface="Arial" charset="0"/>
              </a:rPr>
              <a:t>Mauris orci mi, varius id diam id, egestas auctor enim. cursus ultrices vel, [</a:t>
            </a:r>
            <a:r>
              <a:rPr lang="en-US" sz="2600" dirty="0">
                <a:solidFill>
                  <a:schemeClr val="tx2"/>
                </a:solidFill>
                <a:latin typeface="Arial" charset="0"/>
                <a:ea typeface="Arial" charset="0"/>
                <a:cs typeface="Arial" charset="0"/>
              </a:rPr>
              <a:t>See Figure A</a:t>
            </a:r>
            <a:r>
              <a:rPr lang="en-US" sz="2600" dirty="0">
                <a:solidFill>
                  <a:schemeClr val="tx1">
                    <a:lumMod val="75000"/>
                  </a:schemeClr>
                </a:solidFill>
                <a:latin typeface="Arial" charset="0"/>
                <a:ea typeface="Arial" charset="0"/>
                <a:cs typeface="Arial" charset="0"/>
              </a:rPr>
              <a:t>] massa tristique:</a:t>
            </a:r>
          </a:p>
          <a:p>
            <a:pPr marL="971550" lvl="1" indent="-514350">
              <a:lnSpc>
                <a:spcPts val="3600"/>
              </a:lnSpc>
              <a:spcAft>
                <a:spcPts val="1200"/>
              </a:spcAft>
              <a:buClr>
                <a:schemeClr val="tx2"/>
              </a:buClr>
              <a:buSzPct val="100000"/>
              <a:buFont typeface="+mj-lt"/>
              <a:buAutoNum type="alphaUcPeriod"/>
              <a:defRPr/>
            </a:pPr>
            <a:r>
              <a:rPr lang="en-US" sz="2600" dirty="0">
                <a:solidFill>
                  <a:schemeClr val="tx1">
                    <a:lumMod val="75000"/>
                  </a:schemeClr>
                </a:solidFill>
                <a:latin typeface="Arial" charset="0"/>
                <a:ea typeface="Arial" charset="0"/>
                <a:cs typeface="Arial" charset="0"/>
              </a:rPr>
              <a:t>Sed in risus nibh. In nisl quam, aliquet sed nibh sitamet, faucibus placerat dui.</a:t>
            </a:r>
          </a:p>
          <a:p>
            <a:pPr marL="971550" lvl="1" indent="-514350">
              <a:lnSpc>
                <a:spcPts val="3600"/>
              </a:lnSpc>
              <a:spcAft>
                <a:spcPts val="1200"/>
              </a:spcAft>
              <a:buClr>
                <a:schemeClr val="tx2"/>
              </a:buClr>
              <a:buSzPct val="100000"/>
              <a:buFont typeface="+mj-lt"/>
              <a:buAutoNum type="alphaUcPeriod"/>
              <a:defRPr/>
            </a:pPr>
            <a:r>
              <a:rPr lang="en-US" sz="2600" dirty="0">
                <a:solidFill>
                  <a:schemeClr val="tx1">
                    <a:lumMod val="75000"/>
                  </a:schemeClr>
                </a:solidFill>
                <a:latin typeface="Arial" charset="0"/>
                <a:ea typeface="Arial" charset="0"/>
                <a:cs typeface="Arial" charset="0"/>
              </a:rPr>
              <a:t>Fusce quis augue scelerisque, luctus rum sed, ut dolor. pulvinar urna in eros posuere. </a:t>
            </a:r>
          </a:p>
          <a:p>
            <a:pPr marL="971550" lvl="1" indent="-514350">
              <a:lnSpc>
                <a:spcPts val="3600"/>
              </a:lnSpc>
              <a:buClr>
                <a:schemeClr val="tx2"/>
              </a:buClr>
              <a:buSzPct val="100000"/>
              <a:buFont typeface="+mj-lt"/>
              <a:buAutoNum type="alphaUcPeriod"/>
              <a:defRPr/>
            </a:pPr>
            <a:r>
              <a:rPr lang="en-US" sz="2600" dirty="0">
                <a:solidFill>
                  <a:schemeClr val="tx1">
                    <a:lumMod val="75000"/>
                  </a:schemeClr>
                </a:solidFill>
                <a:latin typeface="Arial" charset="0"/>
                <a:ea typeface="Arial" charset="0"/>
                <a:cs typeface="Arial" charset="0"/>
              </a:rPr>
              <a:t>in elementum orci dignissim. Proin semper ipsum finibus quam tempor, vitae consectetur.</a:t>
            </a:r>
          </a:p>
        </p:txBody>
      </p:sp>
      <p:sp>
        <p:nvSpPr>
          <p:cNvPr id="30" name="TextBox 29"/>
          <p:cNvSpPr txBox="1"/>
          <p:nvPr/>
        </p:nvSpPr>
        <p:spPr>
          <a:xfrm>
            <a:off x="28336194" y="15803607"/>
            <a:ext cx="7797882" cy="2631490"/>
          </a:xfrm>
          <a:prstGeom prst="rect">
            <a:avLst/>
          </a:prstGeom>
          <a:solidFill>
            <a:schemeClr val="bg1">
              <a:alpha val="63000"/>
            </a:schemeClr>
          </a:solidFill>
          <a:effectLst/>
        </p:spPr>
        <p:txBody>
          <a:bodyPr wrap="square">
            <a:spAutoFit/>
          </a:bodyPr>
          <a:lstStyle/>
          <a:p>
            <a:pPr>
              <a:lnSpc>
                <a:spcPts val="3600"/>
              </a:lnSpc>
              <a:spcAft>
                <a:spcPts val="1000"/>
              </a:spcAft>
              <a:buClr>
                <a:schemeClr val="tx2"/>
              </a:buClr>
              <a:defRPr/>
            </a:pPr>
            <a:r>
              <a:rPr lang="en-US" sz="4000" b="1" dirty="0">
                <a:solidFill>
                  <a:srgbClr val="005BBB"/>
                </a:solidFill>
                <a:latin typeface="+mj-lt"/>
              </a:rPr>
              <a:t>References</a:t>
            </a:r>
            <a:r>
              <a:rPr lang="en-US" sz="4000" dirty="0">
                <a:solidFill>
                  <a:schemeClr val="tx1">
                    <a:lumMod val="75000"/>
                  </a:schemeClr>
                </a:solidFill>
                <a:latin typeface="+mj-lt"/>
                <a:ea typeface="Arial" charset="0"/>
                <a:cs typeface="Arial" charset="0"/>
              </a:rPr>
              <a:t> </a:t>
            </a:r>
            <a:r>
              <a:rPr lang="en-US" sz="2400" dirty="0">
                <a:solidFill>
                  <a:schemeClr val="tx1">
                    <a:lumMod val="75000"/>
                  </a:schemeClr>
                </a:solidFill>
                <a:latin typeface="Arial" charset="0"/>
                <a:ea typeface="Arial" charset="0"/>
                <a:cs typeface="Arial" charset="0"/>
              </a:rPr>
              <a:t> </a:t>
            </a:r>
          </a:p>
          <a:p>
            <a:pPr>
              <a:lnSpc>
                <a:spcPts val="3800"/>
              </a:lnSpc>
              <a:buClr>
                <a:schemeClr val="tx2"/>
              </a:buClr>
              <a:buFont typeface="+mj-lt"/>
              <a:buAutoNum type="arabicPeriod"/>
              <a:defRPr/>
            </a:pPr>
            <a:r>
              <a:rPr lang="en-US" sz="2400" dirty="0">
                <a:solidFill>
                  <a:schemeClr val="tx1">
                    <a:lumMod val="75000"/>
                  </a:schemeClr>
                </a:solidFill>
                <a:latin typeface="Arial" charset="0"/>
                <a:ea typeface="Arial" charset="0"/>
                <a:cs typeface="Arial" charset="0"/>
              </a:rPr>
              <a:t>  Phasellus nec lectus bibendum, posuere nibh id </a:t>
            </a:r>
          </a:p>
          <a:p>
            <a:pPr>
              <a:lnSpc>
                <a:spcPts val="3800"/>
              </a:lnSpc>
              <a:buClr>
                <a:schemeClr val="tx2"/>
              </a:buClr>
              <a:buFont typeface="+mj-lt"/>
              <a:buAutoNum type="arabicPeriod"/>
              <a:defRPr/>
            </a:pPr>
            <a:r>
              <a:rPr lang="en-US" sz="2400" dirty="0">
                <a:solidFill>
                  <a:schemeClr val="tx1">
                    <a:lumMod val="75000"/>
                  </a:schemeClr>
                </a:solidFill>
                <a:latin typeface="Arial" charset="0"/>
                <a:ea typeface="Arial" charset="0"/>
                <a:cs typeface="Arial" charset="0"/>
              </a:rPr>
              <a:t>  Mauris orci mi, varius id diam id, egestas auctor enim</a:t>
            </a:r>
          </a:p>
          <a:p>
            <a:pPr>
              <a:lnSpc>
                <a:spcPts val="3800"/>
              </a:lnSpc>
              <a:buClr>
                <a:schemeClr val="tx2"/>
              </a:buClr>
              <a:buFont typeface="+mj-lt"/>
              <a:buAutoNum type="arabicPeriod"/>
              <a:defRPr/>
            </a:pPr>
            <a:r>
              <a:rPr lang="en-US" sz="2400" dirty="0">
                <a:solidFill>
                  <a:schemeClr val="tx1">
                    <a:lumMod val="75000"/>
                  </a:schemeClr>
                </a:solidFill>
                <a:latin typeface="Arial" charset="0"/>
                <a:ea typeface="Arial" charset="0"/>
                <a:cs typeface="Arial" charset="0"/>
              </a:rPr>
              <a:t>  Duis vitae tincidunt tortor, vitae sollicitudin magna</a:t>
            </a:r>
          </a:p>
          <a:p>
            <a:pPr>
              <a:lnSpc>
                <a:spcPts val="3800"/>
              </a:lnSpc>
              <a:buClr>
                <a:schemeClr val="tx2"/>
              </a:buClr>
              <a:buFont typeface="+mj-lt"/>
              <a:buAutoNum type="arabicPeriod"/>
              <a:defRPr/>
            </a:pPr>
            <a:r>
              <a:rPr lang="en-US" sz="2400" dirty="0">
                <a:solidFill>
                  <a:schemeClr val="tx1">
                    <a:lumMod val="75000"/>
                  </a:schemeClr>
                </a:solidFill>
                <a:latin typeface="Arial" charset="0"/>
                <a:ea typeface="Arial" charset="0"/>
                <a:cs typeface="Arial" charset="0"/>
              </a:rPr>
              <a:t>  Aenean et est sem. Phasellus nec lectus bibendum </a:t>
            </a:r>
          </a:p>
        </p:txBody>
      </p:sp>
      <p:pic>
        <p:nvPicPr>
          <p:cNvPr id="33" name="Picture 3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59425" y="9902861"/>
            <a:ext cx="464970" cy="464970"/>
          </a:xfrm>
          <a:prstGeom prst="rect">
            <a:avLst/>
          </a:prstGeom>
        </p:spPr>
      </p:pic>
      <p:cxnSp>
        <p:nvCxnSpPr>
          <p:cNvPr id="41" name="Straight Connector 40"/>
          <p:cNvCxnSpPr/>
          <p:nvPr/>
        </p:nvCxnSpPr>
        <p:spPr bwMode="auto">
          <a:xfrm flipV="1">
            <a:off x="19048288" y="10130788"/>
            <a:ext cx="8229600" cy="0"/>
          </a:xfrm>
          <a:prstGeom prst="line">
            <a:avLst/>
          </a:prstGeom>
          <a:noFill/>
          <a:ln w="25400" cap="flat" cmpd="sng" algn="ctr">
            <a:solidFill>
              <a:schemeClr val="tx1"/>
            </a:solidFill>
            <a:prstDash val="dash"/>
            <a:round/>
            <a:headEnd type="none" w="med" len="med"/>
            <a:tailEnd type="none" w="med" len="med"/>
          </a:ln>
          <a:effectLst/>
        </p:spPr>
      </p:cxnSp>
      <p:sp>
        <p:nvSpPr>
          <p:cNvPr id="42" name="TextBox 41"/>
          <p:cNvSpPr txBox="1"/>
          <p:nvPr/>
        </p:nvSpPr>
        <p:spPr>
          <a:xfrm>
            <a:off x="19036367" y="17132880"/>
            <a:ext cx="7978197" cy="1477328"/>
          </a:xfrm>
          <a:prstGeom prst="rect">
            <a:avLst/>
          </a:prstGeom>
          <a:solidFill>
            <a:schemeClr val="bg1">
              <a:alpha val="42000"/>
            </a:schemeClr>
          </a:solidFill>
        </p:spPr>
        <p:txBody>
          <a:bodyPr wrap="square">
            <a:spAutoFit/>
          </a:bodyPr>
          <a:lstStyle/>
          <a:p>
            <a:pPr>
              <a:lnSpc>
                <a:spcPts val="3600"/>
              </a:lnSpc>
              <a:defRPr/>
            </a:pPr>
            <a:r>
              <a:rPr lang="en-US" sz="2600" b="1" dirty="0">
                <a:solidFill>
                  <a:schemeClr val="tx2"/>
                </a:solidFill>
                <a:latin typeface="Arial" charset="0"/>
                <a:ea typeface="Arial" charset="0"/>
                <a:cs typeface="Arial" charset="0"/>
              </a:rPr>
              <a:t>MAURIS ORCI MI VARIUS ID DIAM</a:t>
            </a:r>
            <a:br>
              <a:rPr lang="en-US" sz="2800" dirty="0">
                <a:solidFill>
                  <a:schemeClr val="bg2">
                    <a:lumMod val="50000"/>
                  </a:schemeClr>
                </a:solidFill>
                <a:latin typeface="Arial" charset="0"/>
                <a:ea typeface="Arial" charset="0"/>
                <a:cs typeface="Arial" charset="0"/>
              </a:rPr>
            </a:br>
            <a:r>
              <a:rPr lang="en-US" sz="2600" dirty="0">
                <a:solidFill>
                  <a:schemeClr val="tx1">
                    <a:lumMod val="75000"/>
                  </a:schemeClr>
                </a:solidFill>
                <a:latin typeface="Arial" charset="0"/>
                <a:ea typeface="Arial" charset="0"/>
                <a:cs typeface="Arial" charset="0"/>
              </a:rPr>
              <a:t>Egestas auctor enim. Praesent ut massa nibh. Duis ac augue. Donec semper lorem.</a:t>
            </a:r>
          </a:p>
        </p:txBody>
      </p:sp>
      <p:sp>
        <p:nvSpPr>
          <p:cNvPr id="43" name="TextBox 42"/>
          <p:cNvSpPr txBox="1"/>
          <p:nvPr/>
        </p:nvSpPr>
        <p:spPr>
          <a:xfrm>
            <a:off x="28336194" y="11214391"/>
            <a:ext cx="6435048" cy="707886"/>
          </a:xfrm>
          <a:prstGeom prst="rect">
            <a:avLst/>
          </a:prstGeom>
          <a:noFill/>
        </p:spPr>
        <p:txBody>
          <a:bodyPr wrap="square">
            <a:spAutoFit/>
          </a:bodyPr>
          <a:lstStyle/>
          <a:p>
            <a:pPr>
              <a:defRPr/>
            </a:pPr>
            <a:r>
              <a:rPr lang="en-US" sz="4000" b="1" dirty="0">
                <a:solidFill>
                  <a:srgbClr val="005BBB"/>
                </a:solidFill>
              </a:rPr>
              <a:t>Graphic Elements</a:t>
            </a:r>
          </a:p>
        </p:txBody>
      </p:sp>
      <p:sp>
        <p:nvSpPr>
          <p:cNvPr id="44" name="TextBox 43"/>
          <p:cNvSpPr txBox="1"/>
          <p:nvPr/>
        </p:nvSpPr>
        <p:spPr>
          <a:xfrm>
            <a:off x="19050043" y="10599561"/>
            <a:ext cx="8286041" cy="2067233"/>
          </a:xfrm>
          <a:prstGeom prst="rect">
            <a:avLst/>
          </a:prstGeom>
          <a:solidFill>
            <a:schemeClr val="bg1">
              <a:alpha val="63000"/>
            </a:schemeClr>
          </a:solidFill>
          <a:effectLst/>
        </p:spPr>
        <p:txBody>
          <a:bodyPr wrap="square">
            <a:spAutoFit/>
          </a:bodyPr>
          <a:lstStyle/>
          <a:p>
            <a:pPr>
              <a:lnSpc>
                <a:spcPts val="3600"/>
              </a:lnSpc>
              <a:spcAft>
                <a:spcPts val="1000"/>
              </a:spcAft>
              <a:defRPr/>
            </a:pPr>
            <a:r>
              <a:rPr lang="en-US" sz="4000" b="1" dirty="0">
                <a:solidFill>
                  <a:srgbClr val="005BBB"/>
                </a:solidFill>
              </a:rPr>
              <a:t>Results</a:t>
            </a:r>
          </a:p>
          <a:p>
            <a:pPr>
              <a:lnSpc>
                <a:spcPts val="3600"/>
              </a:lnSpc>
              <a:spcAft>
                <a:spcPts val="1800"/>
              </a:spcAft>
              <a:defRPr/>
            </a:pPr>
            <a:r>
              <a:rPr lang="en-US" sz="2600" dirty="0">
                <a:solidFill>
                  <a:schemeClr val="tx1">
                    <a:lumMod val="75000"/>
                  </a:schemeClr>
                </a:solidFill>
                <a:latin typeface="Arial" charset="0"/>
                <a:ea typeface="Arial" charset="0"/>
                <a:cs typeface="Arial" charset="0"/>
              </a:rPr>
              <a:t>Mauris orci mi, varius id diam id, egestas auctor enim. Praesent ut massa nibh. Duis purus neque, facilisis tristique quis augue scelerisque. </a:t>
            </a:r>
          </a:p>
        </p:txBody>
      </p:sp>
      <p:sp>
        <p:nvSpPr>
          <p:cNvPr id="47" name="TextBox 46"/>
          <p:cNvSpPr txBox="1"/>
          <p:nvPr/>
        </p:nvSpPr>
        <p:spPr>
          <a:xfrm>
            <a:off x="28336194" y="4400721"/>
            <a:ext cx="8165310" cy="6247864"/>
          </a:xfrm>
          <a:prstGeom prst="rect">
            <a:avLst/>
          </a:prstGeom>
          <a:solidFill>
            <a:schemeClr val="bg1">
              <a:alpha val="63000"/>
            </a:schemeClr>
          </a:solidFill>
          <a:effectLst/>
        </p:spPr>
        <p:txBody>
          <a:bodyPr wrap="square">
            <a:spAutoFit/>
          </a:bodyPr>
          <a:lstStyle/>
          <a:p>
            <a:pPr>
              <a:lnSpc>
                <a:spcPts val="3600"/>
              </a:lnSpc>
              <a:spcAft>
                <a:spcPts val="1000"/>
              </a:spcAft>
              <a:defRPr/>
            </a:pPr>
            <a:r>
              <a:rPr lang="en-US" sz="4000" b="1" dirty="0">
                <a:solidFill>
                  <a:srgbClr val="005BBB"/>
                </a:solidFill>
              </a:rPr>
              <a:t>Conclusion</a:t>
            </a:r>
          </a:p>
          <a:p>
            <a:pPr>
              <a:lnSpc>
                <a:spcPts val="3600"/>
              </a:lnSpc>
              <a:spcAft>
                <a:spcPts val="1200"/>
              </a:spcAft>
              <a:defRPr/>
            </a:pPr>
            <a:r>
              <a:rPr lang="en-US" sz="2600" dirty="0">
                <a:solidFill>
                  <a:schemeClr val="tx1">
                    <a:lumMod val="75000"/>
                  </a:schemeClr>
                </a:solidFill>
                <a:latin typeface="Arial" charset="0"/>
                <a:ea typeface="Arial" charset="0"/>
                <a:cs typeface="Arial" charset="0"/>
              </a:rPr>
              <a:t>Mauris orci mi, varius id diam id, egestas auctor enim. Praesent ut massa nibh. Duis purus neque, facilisis cursus ultrices vel, ullamcorper ac augue. Donec semper lorem vitae urna pulvinar, in congue massa:</a:t>
            </a:r>
          </a:p>
          <a:p>
            <a:pPr marL="914400" lvl="1" indent="-457200">
              <a:lnSpc>
                <a:spcPts val="3600"/>
              </a:lnSpc>
              <a:spcAft>
                <a:spcPts val="1200"/>
              </a:spcAft>
              <a:buClr>
                <a:schemeClr val="tx2"/>
              </a:buClr>
              <a:buSzPct val="125000"/>
              <a:buFont typeface="Arial" charset="0"/>
              <a:buChar char="•"/>
              <a:defRPr/>
            </a:pPr>
            <a:r>
              <a:rPr lang="en-US" sz="2600" b="1" dirty="0">
                <a:solidFill>
                  <a:schemeClr val="tx1">
                    <a:lumMod val="75000"/>
                  </a:schemeClr>
                </a:solidFill>
                <a:latin typeface="Arial" charset="0"/>
                <a:ea typeface="Arial" charset="0"/>
                <a:cs typeface="Arial" charset="0"/>
              </a:rPr>
              <a:t>Sed Risus Nibh: </a:t>
            </a:r>
            <a:r>
              <a:rPr lang="en-US" sz="2600" dirty="0">
                <a:solidFill>
                  <a:schemeClr val="tx1">
                    <a:lumMod val="75000"/>
                  </a:schemeClr>
                </a:solidFill>
                <a:latin typeface="Arial" charset="0"/>
                <a:ea typeface="Arial" charset="0"/>
                <a:cs typeface="Arial" charset="0"/>
              </a:rPr>
              <a:t>CiIn nisl quam, aliquet sed nibh sitamet, faucibus placerat dui augue scelerisque. </a:t>
            </a:r>
          </a:p>
          <a:p>
            <a:pPr marL="914400" lvl="1" indent="-457200">
              <a:lnSpc>
                <a:spcPts val="3600"/>
              </a:lnSpc>
              <a:spcAft>
                <a:spcPts val="1200"/>
              </a:spcAft>
              <a:buClr>
                <a:schemeClr val="tx2"/>
              </a:buClr>
              <a:buSzPct val="125000"/>
              <a:buFont typeface="Arial" charset="0"/>
              <a:buChar char="•"/>
              <a:defRPr/>
            </a:pPr>
            <a:r>
              <a:rPr lang="en-US" sz="2600" b="1" dirty="0">
                <a:solidFill>
                  <a:schemeClr val="tx1">
                    <a:lumMod val="75000"/>
                  </a:schemeClr>
                </a:solidFill>
                <a:latin typeface="Arial" charset="0"/>
                <a:ea typeface="Arial" charset="0"/>
                <a:cs typeface="Arial" charset="0"/>
              </a:rPr>
              <a:t>Curabitur Accumsan Nulla</a:t>
            </a:r>
            <a:r>
              <a:rPr lang="en-US" sz="2600" b="1" dirty="0">
                <a:solidFill>
                  <a:schemeClr val="tx2"/>
                </a:solidFill>
                <a:latin typeface="Arial" charset="0"/>
                <a:ea typeface="Arial" charset="0"/>
                <a:cs typeface="Arial" charset="0"/>
              </a:rPr>
              <a:t>: </a:t>
            </a:r>
            <a:r>
              <a:rPr lang="en-US" sz="2600" dirty="0">
                <a:solidFill>
                  <a:schemeClr val="tx1">
                    <a:lumMod val="75000"/>
                  </a:schemeClr>
                </a:solidFill>
                <a:latin typeface="Arial" charset="0"/>
                <a:ea typeface="Arial" charset="0"/>
                <a:cs typeface="Arial" charset="0"/>
              </a:rPr>
              <a:t>Fusce quis augue urna scelerisque, luctus rum sed, ut dolor in pul.</a:t>
            </a:r>
          </a:p>
          <a:p>
            <a:pPr marL="914400" lvl="1" indent="-457200">
              <a:lnSpc>
                <a:spcPts val="3600"/>
              </a:lnSpc>
              <a:spcAft>
                <a:spcPts val="1200"/>
              </a:spcAft>
              <a:buClr>
                <a:schemeClr val="tx2"/>
              </a:buClr>
              <a:buSzPct val="125000"/>
              <a:buFont typeface="Arial" charset="0"/>
              <a:buChar char="•"/>
              <a:defRPr/>
            </a:pPr>
            <a:r>
              <a:rPr lang="en-US" sz="2600" dirty="0">
                <a:solidFill>
                  <a:schemeClr val="tx1">
                    <a:lumMod val="50000"/>
                  </a:schemeClr>
                </a:solidFill>
                <a:latin typeface="Arial" charset="0"/>
                <a:ea typeface="Arial" charset="0"/>
                <a:cs typeface="Arial" charset="0"/>
              </a:rPr>
              <a:t> </a:t>
            </a:r>
            <a:r>
              <a:rPr lang="en-US" sz="2600" b="1" dirty="0">
                <a:solidFill>
                  <a:schemeClr val="tx1">
                    <a:lumMod val="75000"/>
                  </a:schemeClr>
                </a:solidFill>
                <a:latin typeface="Arial" charset="0"/>
                <a:ea typeface="Arial" charset="0"/>
                <a:cs typeface="Arial" charset="0"/>
              </a:rPr>
              <a:t>Elemenum Orci Dignissim:</a:t>
            </a:r>
            <a:r>
              <a:rPr lang="en-US" sz="2600" dirty="0">
                <a:solidFill>
                  <a:schemeClr val="tx1">
                    <a:lumMod val="75000"/>
                  </a:schemeClr>
                </a:solidFill>
                <a:latin typeface="Arial" charset="0"/>
                <a:ea typeface="Arial" charset="0"/>
                <a:cs typeface="Arial" charset="0"/>
              </a:rPr>
              <a:t> Proin semper ultrices vel, ullamcorper.</a:t>
            </a:r>
          </a:p>
        </p:txBody>
      </p:sp>
      <p:sp>
        <p:nvSpPr>
          <p:cNvPr id="52" name="TextBox 51"/>
          <p:cNvSpPr txBox="1"/>
          <p:nvPr/>
        </p:nvSpPr>
        <p:spPr>
          <a:xfrm>
            <a:off x="750675" y="18100896"/>
            <a:ext cx="8073994" cy="461665"/>
          </a:xfrm>
          <a:prstGeom prst="rect">
            <a:avLst/>
          </a:prstGeom>
          <a:solidFill>
            <a:schemeClr val="bg1">
              <a:alpha val="42000"/>
            </a:schemeClr>
          </a:solidFill>
        </p:spPr>
        <p:txBody>
          <a:bodyPr wrap="square">
            <a:spAutoFit/>
          </a:bodyPr>
          <a:lstStyle/>
          <a:p>
            <a:pPr>
              <a:spcBef>
                <a:spcPts val="600"/>
              </a:spcBef>
              <a:buClr>
                <a:schemeClr val="tx2"/>
              </a:buClr>
              <a:defRPr/>
            </a:pPr>
            <a:r>
              <a:rPr lang="en-US" sz="2400" i="1" dirty="0">
                <a:solidFill>
                  <a:schemeClr val="tx1">
                    <a:lumMod val="75000"/>
                  </a:schemeClr>
                </a:solidFill>
                <a:latin typeface="Arial" charset="0"/>
                <a:ea typeface="Arial" charset="0"/>
                <a:cs typeface="Arial" charset="0"/>
              </a:rPr>
              <a:t>Mauris orci mi, varius id diam, egestas auctor enim. </a:t>
            </a:r>
          </a:p>
        </p:txBody>
      </p:sp>
      <p:pic>
        <p:nvPicPr>
          <p:cNvPr id="54" name="Picture 5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521753" y="12163257"/>
            <a:ext cx="464970" cy="464970"/>
          </a:xfrm>
          <a:prstGeom prst="rect">
            <a:avLst/>
          </a:prstGeom>
        </p:spPr>
      </p:pic>
      <p:pic>
        <p:nvPicPr>
          <p:cNvPr id="55" name="Picture 5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8521753" y="12910185"/>
            <a:ext cx="464970" cy="464970"/>
          </a:xfrm>
          <a:prstGeom prst="rect">
            <a:avLst/>
          </a:prstGeom>
        </p:spPr>
      </p:pic>
      <p:pic>
        <p:nvPicPr>
          <p:cNvPr id="56" name="Picture 55"/>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8521753" y="13628543"/>
            <a:ext cx="464970" cy="464970"/>
          </a:xfrm>
          <a:prstGeom prst="rect">
            <a:avLst/>
          </a:prstGeom>
        </p:spPr>
      </p:pic>
      <p:pic>
        <p:nvPicPr>
          <p:cNvPr id="57" name="Picture 56"/>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8522122" y="14368025"/>
            <a:ext cx="464233" cy="464233"/>
          </a:xfrm>
          <a:prstGeom prst="rect">
            <a:avLst/>
          </a:prstGeom>
        </p:spPr>
      </p:pic>
      <p:pic>
        <p:nvPicPr>
          <p:cNvPr id="58" name="Picture 57"/>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9290201" y="12910185"/>
            <a:ext cx="464970" cy="464970"/>
          </a:xfrm>
          <a:prstGeom prst="rect">
            <a:avLst/>
          </a:prstGeom>
        </p:spPr>
      </p:pic>
      <p:pic>
        <p:nvPicPr>
          <p:cNvPr id="59" name="Picture 58"/>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29290201" y="12163257"/>
            <a:ext cx="464970" cy="464970"/>
          </a:xfrm>
          <a:prstGeom prst="rect">
            <a:avLst/>
          </a:prstGeom>
        </p:spPr>
      </p:pic>
      <p:pic>
        <p:nvPicPr>
          <p:cNvPr id="60" name="Picture 59"/>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9290201" y="13628543"/>
            <a:ext cx="464970" cy="464970"/>
          </a:xfrm>
          <a:prstGeom prst="rect">
            <a:avLst/>
          </a:prstGeom>
        </p:spPr>
      </p:pic>
      <p:pic>
        <p:nvPicPr>
          <p:cNvPr id="61" name="Picture 60"/>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0058649" y="12910185"/>
            <a:ext cx="464970" cy="464970"/>
          </a:xfrm>
          <a:prstGeom prst="rect">
            <a:avLst/>
          </a:prstGeom>
        </p:spPr>
      </p:pic>
      <p:pic>
        <p:nvPicPr>
          <p:cNvPr id="62" name="Picture 6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058649" y="13628543"/>
            <a:ext cx="464970" cy="464970"/>
          </a:xfrm>
          <a:prstGeom prst="rect">
            <a:avLst/>
          </a:prstGeom>
        </p:spPr>
      </p:pic>
      <p:pic>
        <p:nvPicPr>
          <p:cNvPr id="63" name="Picture 62"/>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0058373" y="14367288"/>
            <a:ext cx="464970" cy="464970"/>
          </a:xfrm>
          <a:prstGeom prst="rect">
            <a:avLst/>
          </a:prstGeom>
        </p:spPr>
      </p:pic>
      <p:pic>
        <p:nvPicPr>
          <p:cNvPr id="64" name="Picture 63"/>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0827097" y="12163257"/>
            <a:ext cx="464970" cy="464970"/>
          </a:xfrm>
          <a:prstGeom prst="rect">
            <a:avLst/>
          </a:prstGeom>
        </p:spPr>
      </p:pic>
      <p:pic>
        <p:nvPicPr>
          <p:cNvPr id="65" name="Picture 64"/>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30827097" y="12910185"/>
            <a:ext cx="464970" cy="464970"/>
          </a:xfrm>
          <a:prstGeom prst="rect">
            <a:avLst/>
          </a:prstGeom>
        </p:spPr>
      </p:pic>
      <p:pic>
        <p:nvPicPr>
          <p:cNvPr id="66" name="Picture 65"/>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30827097" y="13628543"/>
            <a:ext cx="464970" cy="464970"/>
          </a:xfrm>
          <a:prstGeom prst="rect">
            <a:avLst/>
          </a:prstGeom>
        </p:spPr>
      </p:pic>
      <p:pic>
        <p:nvPicPr>
          <p:cNvPr id="67" name="Picture 66"/>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0826867" y="14367288"/>
            <a:ext cx="464970" cy="464970"/>
          </a:xfrm>
          <a:prstGeom prst="rect">
            <a:avLst/>
          </a:prstGeom>
        </p:spPr>
      </p:pic>
      <p:pic>
        <p:nvPicPr>
          <p:cNvPr id="68" name="Picture 67"/>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31595545" y="12163257"/>
            <a:ext cx="464970" cy="464970"/>
          </a:xfrm>
          <a:prstGeom prst="rect">
            <a:avLst/>
          </a:prstGeom>
        </p:spPr>
      </p:pic>
      <p:pic>
        <p:nvPicPr>
          <p:cNvPr id="69" name="Picture 68"/>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31595545" y="12910185"/>
            <a:ext cx="464970" cy="464970"/>
          </a:xfrm>
          <a:prstGeom prst="rect">
            <a:avLst/>
          </a:prstGeom>
        </p:spPr>
      </p:pic>
      <p:pic>
        <p:nvPicPr>
          <p:cNvPr id="70" name="Picture 69"/>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31595545" y="13628543"/>
            <a:ext cx="464970" cy="464970"/>
          </a:xfrm>
          <a:prstGeom prst="rect">
            <a:avLst/>
          </a:prstGeom>
        </p:spPr>
      </p:pic>
      <p:pic>
        <p:nvPicPr>
          <p:cNvPr id="71" name="Picture 70"/>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31595361" y="14367288"/>
            <a:ext cx="464970" cy="464970"/>
          </a:xfrm>
          <a:prstGeom prst="rect">
            <a:avLst/>
          </a:prstGeom>
        </p:spPr>
      </p:pic>
      <p:pic>
        <p:nvPicPr>
          <p:cNvPr id="72" name="Picture 71"/>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32363993" y="12163257"/>
            <a:ext cx="464970" cy="464970"/>
          </a:xfrm>
          <a:prstGeom prst="rect">
            <a:avLst/>
          </a:prstGeom>
        </p:spPr>
      </p:pic>
      <p:pic>
        <p:nvPicPr>
          <p:cNvPr id="73" name="Picture 72"/>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32363993" y="12910185"/>
            <a:ext cx="464970" cy="464970"/>
          </a:xfrm>
          <a:prstGeom prst="rect">
            <a:avLst/>
          </a:prstGeom>
        </p:spPr>
      </p:pic>
      <p:pic>
        <p:nvPicPr>
          <p:cNvPr id="74" name="Picture 73"/>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32363993" y="13628543"/>
            <a:ext cx="464970" cy="464970"/>
          </a:xfrm>
          <a:prstGeom prst="rect">
            <a:avLst/>
          </a:prstGeom>
        </p:spPr>
      </p:pic>
      <p:pic>
        <p:nvPicPr>
          <p:cNvPr id="75" name="Picture 74"/>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32363855" y="14367288"/>
            <a:ext cx="464970" cy="464970"/>
          </a:xfrm>
          <a:prstGeom prst="rect">
            <a:avLst/>
          </a:prstGeom>
        </p:spPr>
      </p:pic>
      <p:pic>
        <p:nvPicPr>
          <p:cNvPr id="76" name="Picture 75"/>
          <p:cNvPicPr>
            <a:picLocks noChangeAspect="1"/>
          </p:cNvPicPr>
          <p:nvPr/>
        </p:nvPicPr>
        <p:blipFill>
          <a:blip r:embed="rId27">
            <a:extLst>
              <a:ext uri="{28A0092B-C50C-407E-A947-70E740481C1C}">
                <a14:useLocalDpi xmlns:a14="http://schemas.microsoft.com/office/drawing/2010/main" val="0"/>
              </a:ext>
            </a:extLst>
          </a:blip>
          <a:stretch>
            <a:fillRect/>
          </a:stretch>
        </p:blipFill>
        <p:spPr>
          <a:xfrm>
            <a:off x="33132441" y="12163257"/>
            <a:ext cx="464970" cy="464970"/>
          </a:xfrm>
          <a:prstGeom prst="rect">
            <a:avLst/>
          </a:prstGeom>
        </p:spPr>
      </p:pic>
      <p:pic>
        <p:nvPicPr>
          <p:cNvPr id="77" name="Picture 76"/>
          <p:cNvPicPr>
            <a:picLocks noChangeAspect="1"/>
          </p:cNvPicPr>
          <p:nvPr/>
        </p:nvPicPr>
        <p:blipFill>
          <a:blip r:embed="rId28">
            <a:extLst>
              <a:ext uri="{28A0092B-C50C-407E-A947-70E740481C1C}">
                <a14:useLocalDpi xmlns:a14="http://schemas.microsoft.com/office/drawing/2010/main" val="0"/>
              </a:ext>
            </a:extLst>
          </a:blip>
          <a:stretch>
            <a:fillRect/>
          </a:stretch>
        </p:blipFill>
        <p:spPr>
          <a:xfrm>
            <a:off x="33132441" y="12910185"/>
            <a:ext cx="464970" cy="464970"/>
          </a:xfrm>
          <a:prstGeom prst="rect">
            <a:avLst/>
          </a:prstGeom>
        </p:spPr>
      </p:pic>
      <p:pic>
        <p:nvPicPr>
          <p:cNvPr id="78" name="Picture 77"/>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33132441" y="13628543"/>
            <a:ext cx="464970" cy="464970"/>
          </a:xfrm>
          <a:prstGeom prst="rect">
            <a:avLst/>
          </a:prstGeom>
        </p:spPr>
      </p:pic>
      <p:pic>
        <p:nvPicPr>
          <p:cNvPr id="79" name="Picture 78"/>
          <p:cNvPicPr>
            <a:picLocks noChangeAspect="1"/>
          </p:cNvPicPr>
          <p:nvPr/>
        </p:nvPicPr>
        <p:blipFill>
          <a:blip r:embed="rId30">
            <a:extLst>
              <a:ext uri="{28A0092B-C50C-407E-A947-70E740481C1C}">
                <a14:useLocalDpi xmlns:a14="http://schemas.microsoft.com/office/drawing/2010/main" val="0"/>
              </a:ext>
            </a:extLst>
          </a:blip>
          <a:stretch>
            <a:fillRect/>
          </a:stretch>
        </p:blipFill>
        <p:spPr>
          <a:xfrm>
            <a:off x="33132349" y="14367288"/>
            <a:ext cx="464970" cy="464970"/>
          </a:xfrm>
          <a:prstGeom prst="rect">
            <a:avLst/>
          </a:prstGeom>
        </p:spPr>
      </p:pic>
      <p:pic>
        <p:nvPicPr>
          <p:cNvPr id="80" name="Picture 79"/>
          <p:cNvPicPr>
            <a:picLocks noChangeAspect="1"/>
          </p:cNvPicPr>
          <p:nvPr/>
        </p:nvPicPr>
        <p:blipFill>
          <a:blip r:embed="rId31">
            <a:extLst>
              <a:ext uri="{28A0092B-C50C-407E-A947-70E740481C1C}">
                <a14:useLocalDpi xmlns:a14="http://schemas.microsoft.com/office/drawing/2010/main" val="0"/>
              </a:ext>
            </a:extLst>
          </a:blip>
          <a:stretch>
            <a:fillRect/>
          </a:stretch>
        </p:blipFill>
        <p:spPr>
          <a:xfrm>
            <a:off x="33900889" y="12163257"/>
            <a:ext cx="464970" cy="464970"/>
          </a:xfrm>
          <a:prstGeom prst="rect">
            <a:avLst/>
          </a:prstGeom>
        </p:spPr>
      </p:pic>
      <p:pic>
        <p:nvPicPr>
          <p:cNvPr id="81" name="Picture 80"/>
          <p:cNvPicPr>
            <a:picLocks noChangeAspect="1"/>
          </p:cNvPicPr>
          <p:nvPr/>
        </p:nvPicPr>
        <p:blipFill>
          <a:blip r:embed="rId32">
            <a:extLst>
              <a:ext uri="{28A0092B-C50C-407E-A947-70E740481C1C}">
                <a14:useLocalDpi xmlns:a14="http://schemas.microsoft.com/office/drawing/2010/main" val="0"/>
              </a:ext>
            </a:extLst>
          </a:blip>
          <a:stretch>
            <a:fillRect/>
          </a:stretch>
        </p:blipFill>
        <p:spPr>
          <a:xfrm>
            <a:off x="33900889" y="12910185"/>
            <a:ext cx="464970" cy="464970"/>
          </a:xfrm>
          <a:prstGeom prst="rect">
            <a:avLst/>
          </a:prstGeom>
        </p:spPr>
      </p:pic>
      <p:pic>
        <p:nvPicPr>
          <p:cNvPr id="82" name="Picture 81"/>
          <p:cNvPicPr>
            <a:picLocks noChangeAspect="1"/>
          </p:cNvPicPr>
          <p:nvPr/>
        </p:nvPicPr>
        <p:blipFill>
          <a:blip r:embed="rId33">
            <a:extLst>
              <a:ext uri="{28A0092B-C50C-407E-A947-70E740481C1C}">
                <a14:useLocalDpi xmlns:a14="http://schemas.microsoft.com/office/drawing/2010/main" val="0"/>
              </a:ext>
            </a:extLst>
          </a:blip>
          <a:stretch>
            <a:fillRect/>
          </a:stretch>
        </p:blipFill>
        <p:spPr>
          <a:xfrm>
            <a:off x="33900889" y="13628543"/>
            <a:ext cx="464970" cy="464970"/>
          </a:xfrm>
          <a:prstGeom prst="rect">
            <a:avLst/>
          </a:prstGeom>
        </p:spPr>
      </p:pic>
      <p:pic>
        <p:nvPicPr>
          <p:cNvPr id="83" name="Picture 82"/>
          <p:cNvPicPr>
            <a:picLocks noChangeAspect="1"/>
          </p:cNvPicPr>
          <p:nvPr/>
        </p:nvPicPr>
        <p:blipFill>
          <a:blip r:embed="rId34">
            <a:extLst>
              <a:ext uri="{28A0092B-C50C-407E-A947-70E740481C1C}">
                <a14:useLocalDpi xmlns:a14="http://schemas.microsoft.com/office/drawing/2010/main" val="0"/>
              </a:ext>
            </a:extLst>
          </a:blip>
          <a:stretch>
            <a:fillRect/>
          </a:stretch>
        </p:blipFill>
        <p:spPr>
          <a:xfrm>
            <a:off x="33900843" y="14367288"/>
            <a:ext cx="464970" cy="464970"/>
          </a:xfrm>
          <a:prstGeom prst="rect">
            <a:avLst/>
          </a:prstGeom>
        </p:spPr>
      </p:pic>
      <p:pic>
        <p:nvPicPr>
          <p:cNvPr id="84" name="Picture 83"/>
          <p:cNvPicPr>
            <a:picLocks noChangeAspect="1"/>
          </p:cNvPicPr>
          <p:nvPr/>
        </p:nvPicPr>
        <p:blipFill>
          <a:blip r:embed="rId35">
            <a:extLst>
              <a:ext uri="{28A0092B-C50C-407E-A947-70E740481C1C}">
                <a14:useLocalDpi xmlns:a14="http://schemas.microsoft.com/office/drawing/2010/main" val="0"/>
              </a:ext>
            </a:extLst>
          </a:blip>
          <a:stretch>
            <a:fillRect/>
          </a:stretch>
        </p:blipFill>
        <p:spPr>
          <a:xfrm>
            <a:off x="34669339" y="12163257"/>
            <a:ext cx="464970" cy="464970"/>
          </a:xfrm>
          <a:prstGeom prst="rect">
            <a:avLst/>
          </a:prstGeom>
        </p:spPr>
      </p:pic>
      <p:pic>
        <p:nvPicPr>
          <p:cNvPr id="85" name="Picture 84"/>
          <p:cNvPicPr>
            <a:picLocks noChangeAspect="1"/>
          </p:cNvPicPr>
          <p:nvPr/>
        </p:nvPicPr>
        <p:blipFill>
          <a:blip r:embed="rId36">
            <a:extLst>
              <a:ext uri="{28A0092B-C50C-407E-A947-70E740481C1C}">
                <a14:useLocalDpi xmlns:a14="http://schemas.microsoft.com/office/drawing/2010/main" val="0"/>
              </a:ext>
            </a:extLst>
          </a:blip>
          <a:stretch>
            <a:fillRect/>
          </a:stretch>
        </p:blipFill>
        <p:spPr>
          <a:xfrm>
            <a:off x="34669339" y="12910185"/>
            <a:ext cx="464970" cy="464970"/>
          </a:xfrm>
          <a:prstGeom prst="rect">
            <a:avLst/>
          </a:prstGeom>
        </p:spPr>
      </p:pic>
      <p:pic>
        <p:nvPicPr>
          <p:cNvPr id="86" name="Picture 85"/>
          <p:cNvPicPr>
            <a:picLocks noChangeAspect="1"/>
          </p:cNvPicPr>
          <p:nvPr/>
        </p:nvPicPr>
        <p:blipFill>
          <a:blip r:embed="rId37">
            <a:extLst>
              <a:ext uri="{28A0092B-C50C-407E-A947-70E740481C1C}">
                <a14:useLocalDpi xmlns:a14="http://schemas.microsoft.com/office/drawing/2010/main" val="0"/>
              </a:ext>
            </a:extLst>
          </a:blip>
          <a:stretch>
            <a:fillRect/>
          </a:stretch>
        </p:blipFill>
        <p:spPr>
          <a:xfrm>
            <a:off x="34669339" y="13628543"/>
            <a:ext cx="464970" cy="464970"/>
          </a:xfrm>
          <a:prstGeom prst="rect">
            <a:avLst/>
          </a:prstGeom>
        </p:spPr>
      </p:pic>
      <p:pic>
        <p:nvPicPr>
          <p:cNvPr id="87" name="Picture 86"/>
          <p:cNvPicPr>
            <a:picLocks noChangeAspect="1"/>
          </p:cNvPicPr>
          <p:nvPr/>
        </p:nvPicPr>
        <p:blipFill>
          <a:blip r:embed="rId38">
            <a:extLst>
              <a:ext uri="{28A0092B-C50C-407E-A947-70E740481C1C}">
                <a14:useLocalDpi xmlns:a14="http://schemas.microsoft.com/office/drawing/2010/main" val="0"/>
              </a:ext>
            </a:extLst>
          </a:blip>
          <a:stretch>
            <a:fillRect/>
          </a:stretch>
        </p:blipFill>
        <p:spPr>
          <a:xfrm>
            <a:off x="34669339" y="14367288"/>
            <a:ext cx="464970" cy="464970"/>
          </a:xfrm>
          <a:prstGeom prst="rect">
            <a:avLst/>
          </a:prstGeom>
        </p:spPr>
      </p:pic>
      <p:pic>
        <p:nvPicPr>
          <p:cNvPr id="88" name="Picture 87"/>
          <p:cNvPicPr>
            <a:picLocks noChangeAspect="1"/>
          </p:cNvPicPr>
          <p:nvPr/>
        </p:nvPicPr>
        <p:blipFill>
          <a:blip r:embed="rId39">
            <a:extLst>
              <a:ext uri="{28A0092B-C50C-407E-A947-70E740481C1C}">
                <a14:useLocalDpi xmlns:a14="http://schemas.microsoft.com/office/drawing/2010/main" val="0"/>
              </a:ext>
            </a:extLst>
          </a:blip>
          <a:stretch>
            <a:fillRect/>
          </a:stretch>
        </p:blipFill>
        <p:spPr>
          <a:xfrm>
            <a:off x="29289879" y="14367288"/>
            <a:ext cx="464970" cy="464970"/>
          </a:xfrm>
          <a:prstGeom prst="rect">
            <a:avLst/>
          </a:prstGeom>
        </p:spPr>
      </p:pic>
      <p:pic>
        <p:nvPicPr>
          <p:cNvPr id="89" name="Picture 88"/>
          <p:cNvPicPr>
            <a:picLocks noChangeAspect="1"/>
          </p:cNvPicPr>
          <p:nvPr/>
        </p:nvPicPr>
        <p:blipFill>
          <a:blip r:embed="rId40">
            <a:extLst>
              <a:ext uri="{28A0092B-C50C-407E-A947-70E740481C1C}">
                <a14:useLocalDpi xmlns:a14="http://schemas.microsoft.com/office/drawing/2010/main" val="0"/>
              </a:ext>
            </a:extLst>
          </a:blip>
          <a:stretch>
            <a:fillRect/>
          </a:stretch>
        </p:blipFill>
        <p:spPr>
          <a:xfrm>
            <a:off x="30058649" y="12163257"/>
            <a:ext cx="464970" cy="464970"/>
          </a:xfrm>
          <a:prstGeom prst="rect">
            <a:avLst/>
          </a:prstGeom>
        </p:spPr>
      </p:pic>
      <p:sp>
        <p:nvSpPr>
          <p:cNvPr id="92" name="TextBox 91"/>
          <p:cNvSpPr txBox="1"/>
          <p:nvPr/>
        </p:nvSpPr>
        <p:spPr>
          <a:xfrm>
            <a:off x="19098712" y="16263211"/>
            <a:ext cx="6460087" cy="461665"/>
          </a:xfrm>
          <a:prstGeom prst="rect">
            <a:avLst/>
          </a:prstGeom>
          <a:solidFill>
            <a:schemeClr val="bg1">
              <a:alpha val="42000"/>
            </a:schemeClr>
          </a:solidFill>
        </p:spPr>
        <p:txBody>
          <a:bodyPr wrap="square">
            <a:spAutoFit/>
          </a:bodyPr>
          <a:lstStyle/>
          <a:p>
            <a:pPr>
              <a:spcBef>
                <a:spcPts val="600"/>
              </a:spcBef>
              <a:buClr>
                <a:schemeClr val="tx2"/>
              </a:buClr>
              <a:defRPr/>
            </a:pPr>
            <a:r>
              <a:rPr lang="en-US" sz="2400" i="1" dirty="0">
                <a:solidFill>
                  <a:schemeClr val="tx1">
                    <a:lumMod val="75000"/>
                  </a:schemeClr>
                </a:solidFill>
                <a:latin typeface="Arial" charset="0"/>
                <a:ea typeface="Arial" charset="0"/>
                <a:cs typeface="Arial" charset="0"/>
              </a:rPr>
              <a:t>*Unamcorper efficitur sed in nulla. </a:t>
            </a:r>
          </a:p>
        </p:txBody>
      </p:sp>
      <p:sp>
        <p:nvSpPr>
          <p:cNvPr id="139" name="Picture Placeholder 2"/>
          <p:cNvSpPr>
            <a:spLocks noGrp="1"/>
          </p:cNvSpPr>
          <p:nvPr>
            <p:ph type="pic" sz="quarter" idx="16"/>
          </p:nvPr>
        </p:nvSpPr>
        <p:spPr>
          <a:xfrm>
            <a:off x="794083" y="13549745"/>
            <a:ext cx="7964905" cy="4444392"/>
          </a:xfrm>
          <a:prstGeom prst="rect">
            <a:avLst/>
          </a:prstGeom>
          <a:solidFill>
            <a:schemeClr val="bg2">
              <a:lumMod val="85000"/>
            </a:schemeClr>
          </a:solidFill>
        </p:spPr>
        <p:txBody>
          <a:bodyPr/>
          <a:lstStyle/>
          <a:p>
            <a:endParaRPr lang="en-US"/>
          </a:p>
        </p:txBody>
      </p:sp>
      <p:sp>
        <p:nvSpPr>
          <p:cNvPr id="144" name="Freeform 143"/>
          <p:cNvSpPr/>
          <p:nvPr/>
        </p:nvSpPr>
        <p:spPr>
          <a:xfrm>
            <a:off x="14852073" y="10838121"/>
            <a:ext cx="206902" cy="1374157"/>
          </a:xfrm>
          <a:custGeom>
            <a:avLst/>
            <a:gdLst>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72768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4713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87397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1055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71154 w 376733"/>
              <a:gd name="connsiteY5" fmla="*/ 1564474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87365"/>
              <a:gd name="connsiteY0" fmla="*/ 0 h 1645920"/>
              <a:gd name="connsiteX1" fmla="*/ 0 w 387365"/>
              <a:gd name="connsiteY1" fmla="*/ 0 h 1645920"/>
              <a:gd name="connsiteX2" fmla="*/ 0 w 387365"/>
              <a:gd name="connsiteY2" fmla="*/ 1645920 h 1645920"/>
              <a:gd name="connsiteX3" fmla="*/ 376733 w 387365"/>
              <a:gd name="connsiteY3" fmla="*/ 1645920 h 1645920"/>
              <a:gd name="connsiteX4" fmla="*/ 387365 w 387365"/>
              <a:gd name="connsiteY4" fmla="*/ 1564475 h 1645920"/>
              <a:gd name="connsiteX5" fmla="*/ 71154 w 387365"/>
              <a:gd name="connsiteY5" fmla="*/ 1564474 h 1645920"/>
              <a:gd name="connsiteX6" fmla="*/ 65837 w 387365"/>
              <a:gd name="connsiteY6" fmla="*/ 58521 h 1645920"/>
              <a:gd name="connsiteX7" fmla="*/ 336499 w 387365"/>
              <a:gd name="connsiteY7" fmla="*/ 58521 h 1645920"/>
              <a:gd name="connsiteX8" fmla="*/ 336499 w 387365"/>
              <a:gd name="connsiteY8" fmla="*/ 0 h 1645920"/>
              <a:gd name="connsiteX0" fmla="*/ 336499 w 405611"/>
              <a:gd name="connsiteY0" fmla="*/ 0 h 1645920"/>
              <a:gd name="connsiteX1" fmla="*/ 0 w 405611"/>
              <a:gd name="connsiteY1" fmla="*/ 0 h 1645920"/>
              <a:gd name="connsiteX2" fmla="*/ 0 w 405611"/>
              <a:gd name="connsiteY2" fmla="*/ 1645920 h 1645920"/>
              <a:gd name="connsiteX3" fmla="*/ 376733 w 405611"/>
              <a:gd name="connsiteY3" fmla="*/ 1645920 h 1645920"/>
              <a:gd name="connsiteX4" fmla="*/ 387365 w 405611"/>
              <a:gd name="connsiteY4" fmla="*/ 1564475 h 1645920"/>
              <a:gd name="connsiteX5" fmla="*/ 71154 w 405611"/>
              <a:gd name="connsiteY5" fmla="*/ 1564474 h 1645920"/>
              <a:gd name="connsiteX6" fmla="*/ 65837 w 405611"/>
              <a:gd name="connsiteY6" fmla="*/ 58521 h 1645920"/>
              <a:gd name="connsiteX7" fmla="*/ 405611 w 405611"/>
              <a:gd name="connsiteY7" fmla="*/ 63838 h 1645920"/>
              <a:gd name="connsiteX8" fmla="*/ 336499 w 405611"/>
              <a:gd name="connsiteY8" fmla="*/ 0 h 1645920"/>
              <a:gd name="connsiteX0" fmla="*/ 400294 w 405611"/>
              <a:gd name="connsiteY0" fmla="*/ 0 h 1651236"/>
              <a:gd name="connsiteX1" fmla="*/ 0 w 405611"/>
              <a:gd name="connsiteY1" fmla="*/ 5316 h 1651236"/>
              <a:gd name="connsiteX2" fmla="*/ 0 w 405611"/>
              <a:gd name="connsiteY2" fmla="*/ 1651236 h 1651236"/>
              <a:gd name="connsiteX3" fmla="*/ 376733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403314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71490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44886"/>
              <a:gd name="connsiteX1" fmla="*/ 0 w 405611"/>
              <a:gd name="connsiteY1" fmla="*/ 5316 h 1644886"/>
              <a:gd name="connsiteX2" fmla="*/ 0 w 405611"/>
              <a:gd name="connsiteY2" fmla="*/ 1644886 h 1644886"/>
              <a:gd name="connsiteX3" fmla="*/ 387439 w 405611"/>
              <a:gd name="connsiteY3" fmla="*/ 1644886 h 1644886"/>
              <a:gd name="connsiteX4" fmla="*/ 387365 w 405611"/>
              <a:gd name="connsiteY4" fmla="*/ 1566616 h 1644886"/>
              <a:gd name="connsiteX5" fmla="*/ 71154 w 405611"/>
              <a:gd name="connsiteY5" fmla="*/ 1569790 h 1644886"/>
              <a:gd name="connsiteX6" fmla="*/ 65837 w 405611"/>
              <a:gd name="connsiteY6" fmla="*/ 63837 h 1644886"/>
              <a:gd name="connsiteX7" fmla="*/ 405611 w 405611"/>
              <a:gd name="connsiteY7" fmla="*/ 69154 h 1644886"/>
              <a:gd name="connsiteX8" fmla="*/ 400294 w 405611"/>
              <a:gd name="connsiteY8" fmla="*/ 0 h 1644886"/>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63837 h 1644886"/>
              <a:gd name="connsiteX7" fmla="*/ 386561 w 400294"/>
              <a:gd name="connsiteY7" fmla="*/ 78679 h 1644886"/>
              <a:gd name="connsiteX8" fmla="*/ 400294 w 400294"/>
              <a:gd name="connsiteY8" fmla="*/ 0 h 1644886"/>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60662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414236"/>
              <a:gd name="connsiteY0" fmla="*/ 0 h 1641711"/>
              <a:gd name="connsiteX1" fmla="*/ 0 w 414236"/>
              <a:gd name="connsiteY1" fmla="*/ 2141 h 1641711"/>
              <a:gd name="connsiteX2" fmla="*/ 0 w 414236"/>
              <a:gd name="connsiteY2" fmla="*/ 1641711 h 1641711"/>
              <a:gd name="connsiteX3" fmla="*/ 387439 w 414236"/>
              <a:gd name="connsiteY3" fmla="*/ 1641711 h 1641711"/>
              <a:gd name="connsiteX4" fmla="*/ 379172 w 414236"/>
              <a:gd name="connsiteY4" fmla="*/ 1600163 h 1641711"/>
              <a:gd name="connsiteX5" fmla="*/ 387365 w 414236"/>
              <a:gd name="connsiteY5" fmla="*/ 1563441 h 1641711"/>
              <a:gd name="connsiteX6" fmla="*/ 71154 w 414236"/>
              <a:gd name="connsiteY6" fmla="*/ 1566615 h 1641711"/>
              <a:gd name="connsiteX7" fmla="*/ 65837 w 414236"/>
              <a:gd name="connsiteY7" fmla="*/ 76537 h 1641711"/>
              <a:gd name="connsiteX8" fmla="*/ 386561 w 414236"/>
              <a:gd name="connsiteY8" fmla="*/ 75504 h 1641711"/>
              <a:gd name="connsiteX9" fmla="*/ 384419 w 414236"/>
              <a:gd name="connsiteY9" fmla="*/ 0 h 1641711"/>
              <a:gd name="connsiteX0" fmla="*/ 384419 w 431494"/>
              <a:gd name="connsiteY0" fmla="*/ 0 h 1641711"/>
              <a:gd name="connsiteX1" fmla="*/ 0 w 431494"/>
              <a:gd name="connsiteY1" fmla="*/ 2141 h 1641711"/>
              <a:gd name="connsiteX2" fmla="*/ 0 w 431494"/>
              <a:gd name="connsiteY2" fmla="*/ 1641711 h 1641711"/>
              <a:gd name="connsiteX3" fmla="*/ 387439 w 431494"/>
              <a:gd name="connsiteY3" fmla="*/ 1641711 h 1641711"/>
              <a:gd name="connsiteX4" fmla="*/ 387365 w 431494"/>
              <a:gd name="connsiteY4" fmla="*/ 1563441 h 1641711"/>
              <a:gd name="connsiteX5" fmla="*/ 71154 w 431494"/>
              <a:gd name="connsiteY5" fmla="*/ 1566615 h 1641711"/>
              <a:gd name="connsiteX6" fmla="*/ 65837 w 431494"/>
              <a:gd name="connsiteY6" fmla="*/ 76537 h 1641711"/>
              <a:gd name="connsiteX7" fmla="*/ 386561 w 431494"/>
              <a:gd name="connsiteY7" fmla="*/ 75504 h 1641711"/>
              <a:gd name="connsiteX8" fmla="*/ 384419 w 431494"/>
              <a:gd name="connsiteY8" fmla="*/ 0 h 1641711"/>
              <a:gd name="connsiteX0" fmla="*/ 384419 w 409039"/>
              <a:gd name="connsiteY0" fmla="*/ 0 h 1642067"/>
              <a:gd name="connsiteX1" fmla="*/ 0 w 409039"/>
              <a:gd name="connsiteY1" fmla="*/ 2141 h 1642067"/>
              <a:gd name="connsiteX2" fmla="*/ 0 w 409039"/>
              <a:gd name="connsiteY2" fmla="*/ 1641711 h 1642067"/>
              <a:gd name="connsiteX3" fmla="*/ 387439 w 409039"/>
              <a:gd name="connsiteY3" fmla="*/ 1641711 h 1642067"/>
              <a:gd name="connsiteX4" fmla="*/ 387365 w 409039"/>
              <a:gd name="connsiteY4" fmla="*/ 1563441 h 1642067"/>
              <a:gd name="connsiteX5" fmla="*/ 71154 w 409039"/>
              <a:gd name="connsiteY5" fmla="*/ 1566615 h 1642067"/>
              <a:gd name="connsiteX6" fmla="*/ 65837 w 409039"/>
              <a:gd name="connsiteY6" fmla="*/ 76537 h 1642067"/>
              <a:gd name="connsiteX7" fmla="*/ 386561 w 409039"/>
              <a:gd name="connsiteY7" fmla="*/ 75504 h 1642067"/>
              <a:gd name="connsiteX8" fmla="*/ 384419 w 409039"/>
              <a:gd name="connsiteY8" fmla="*/ 0 h 1642067"/>
              <a:gd name="connsiteX0" fmla="*/ 384419 w 410804"/>
              <a:gd name="connsiteY0" fmla="*/ 0 h 1641711"/>
              <a:gd name="connsiteX1" fmla="*/ 0 w 410804"/>
              <a:gd name="connsiteY1" fmla="*/ 2141 h 1641711"/>
              <a:gd name="connsiteX2" fmla="*/ 0 w 410804"/>
              <a:gd name="connsiteY2" fmla="*/ 1641711 h 1641711"/>
              <a:gd name="connsiteX3" fmla="*/ 387439 w 410804"/>
              <a:gd name="connsiteY3" fmla="*/ 1641711 h 1641711"/>
              <a:gd name="connsiteX4" fmla="*/ 387365 w 410804"/>
              <a:gd name="connsiteY4" fmla="*/ 1563441 h 1641711"/>
              <a:gd name="connsiteX5" fmla="*/ 71154 w 410804"/>
              <a:gd name="connsiteY5" fmla="*/ 1566615 h 1641711"/>
              <a:gd name="connsiteX6" fmla="*/ 65837 w 410804"/>
              <a:gd name="connsiteY6" fmla="*/ 76537 h 1641711"/>
              <a:gd name="connsiteX7" fmla="*/ 386561 w 410804"/>
              <a:gd name="connsiteY7" fmla="*/ 75504 h 1641711"/>
              <a:gd name="connsiteX8" fmla="*/ 384419 w 410804"/>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79712 h 1644886"/>
              <a:gd name="connsiteX7" fmla="*/ 386561 w 400294"/>
              <a:gd name="connsiteY7" fmla="*/ 78679 h 1644886"/>
              <a:gd name="connsiteX8" fmla="*/ 400294 w 400294"/>
              <a:gd name="connsiteY8" fmla="*/ 0 h 1644886"/>
              <a:gd name="connsiteX0" fmla="*/ 37806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7806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439" h="1641711">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bg1"/>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aphicFrame>
        <p:nvGraphicFramePr>
          <p:cNvPr id="91" name="Chart 4"/>
          <p:cNvGraphicFramePr>
            <a:graphicFrameLocks/>
          </p:cNvGraphicFramePr>
          <p:nvPr>
            <p:extLst>
              <p:ext uri="{D42A27DB-BD31-4B8C-83A1-F6EECF244321}">
                <p14:modId xmlns:p14="http://schemas.microsoft.com/office/powerpoint/2010/main" val="702336072"/>
              </p:ext>
            </p:extLst>
          </p:nvPr>
        </p:nvGraphicFramePr>
        <p:xfrm>
          <a:off x="9535819" y="14426227"/>
          <a:ext cx="4420812" cy="4145428"/>
        </p:xfrm>
        <a:graphic>
          <a:graphicData uri="http://schemas.openxmlformats.org/drawingml/2006/chart">
            <c:chart xmlns:c="http://schemas.openxmlformats.org/drawingml/2006/chart" xmlns:r="http://schemas.openxmlformats.org/officeDocument/2006/relationships" r:id="rId41"/>
          </a:graphicData>
        </a:graphic>
      </p:graphicFrame>
      <p:pic>
        <p:nvPicPr>
          <p:cNvPr id="36" name="Picture 35"/>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9959425" y="14577962"/>
            <a:ext cx="464970" cy="464970"/>
          </a:xfrm>
          <a:prstGeom prst="rect">
            <a:avLst/>
          </a:prstGeom>
        </p:spPr>
      </p:pic>
      <p:sp>
        <p:nvSpPr>
          <p:cNvPr id="95" name="Freeform 94"/>
          <p:cNvSpPr/>
          <p:nvPr/>
        </p:nvSpPr>
        <p:spPr>
          <a:xfrm rot="10800000">
            <a:off x="17146854" y="10838121"/>
            <a:ext cx="349749" cy="1556722"/>
          </a:xfrm>
          <a:custGeom>
            <a:avLst/>
            <a:gdLst>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72768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4713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87397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1055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71154 w 376733"/>
              <a:gd name="connsiteY5" fmla="*/ 1564474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87365"/>
              <a:gd name="connsiteY0" fmla="*/ 0 h 1645920"/>
              <a:gd name="connsiteX1" fmla="*/ 0 w 387365"/>
              <a:gd name="connsiteY1" fmla="*/ 0 h 1645920"/>
              <a:gd name="connsiteX2" fmla="*/ 0 w 387365"/>
              <a:gd name="connsiteY2" fmla="*/ 1645920 h 1645920"/>
              <a:gd name="connsiteX3" fmla="*/ 376733 w 387365"/>
              <a:gd name="connsiteY3" fmla="*/ 1645920 h 1645920"/>
              <a:gd name="connsiteX4" fmla="*/ 387365 w 387365"/>
              <a:gd name="connsiteY4" fmla="*/ 1564475 h 1645920"/>
              <a:gd name="connsiteX5" fmla="*/ 71154 w 387365"/>
              <a:gd name="connsiteY5" fmla="*/ 1564474 h 1645920"/>
              <a:gd name="connsiteX6" fmla="*/ 65837 w 387365"/>
              <a:gd name="connsiteY6" fmla="*/ 58521 h 1645920"/>
              <a:gd name="connsiteX7" fmla="*/ 336499 w 387365"/>
              <a:gd name="connsiteY7" fmla="*/ 58521 h 1645920"/>
              <a:gd name="connsiteX8" fmla="*/ 336499 w 387365"/>
              <a:gd name="connsiteY8" fmla="*/ 0 h 1645920"/>
              <a:gd name="connsiteX0" fmla="*/ 336499 w 405611"/>
              <a:gd name="connsiteY0" fmla="*/ 0 h 1645920"/>
              <a:gd name="connsiteX1" fmla="*/ 0 w 405611"/>
              <a:gd name="connsiteY1" fmla="*/ 0 h 1645920"/>
              <a:gd name="connsiteX2" fmla="*/ 0 w 405611"/>
              <a:gd name="connsiteY2" fmla="*/ 1645920 h 1645920"/>
              <a:gd name="connsiteX3" fmla="*/ 376733 w 405611"/>
              <a:gd name="connsiteY3" fmla="*/ 1645920 h 1645920"/>
              <a:gd name="connsiteX4" fmla="*/ 387365 w 405611"/>
              <a:gd name="connsiteY4" fmla="*/ 1564475 h 1645920"/>
              <a:gd name="connsiteX5" fmla="*/ 71154 w 405611"/>
              <a:gd name="connsiteY5" fmla="*/ 1564474 h 1645920"/>
              <a:gd name="connsiteX6" fmla="*/ 65837 w 405611"/>
              <a:gd name="connsiteY6" fmla="*/ 58521 h 1645920"/>
              <a:gd name="connsiteX7" fmla="*/ 405611 w 405611"/>
              <a:gd name="connsiteY7" fmla="*/ 63838 h 1645920"/>
              <a:gd name="connsiteX8" fmla="*/ 336499 w 405611"/>
              <a:gd name="connsiteY8" fmla="*/ 0 h 1645920"/>
              <a:gd name="connsiteX0" fmla="*/ 400294 w 405611"/>
              <a:gd name="connsiteY0" fmla="*/ 0 h 1651236"/>
              <a:gd name="connsiteX1" fmla="*/ 0 w 405611"/>
              <a:gd name="connsiteY1" fmla="*/ 5316 h 1651236"/>
              <a:gd name="connsiteX2" fmla="*/ 0 w 405611"/>
              <a:gd name="connsiteY2" fmla="*/ 1651236 h 1651236"/>
              <a:gd name="connsiteX3" fmla="*/ 376733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403314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71490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44886"/>
              <a:gd name="connsiteX1" fmla="*/ 0 w 405611"/>
              <a:gd name="connsiteY1" fmla="*/ 5316 h 1644886"/>
              <a:gd name="connsiteX2" fmla="*/ 0 w 405611"/>
              <a:gd name="connsiteY2" fmla="*/ 1644886 h 1644886"/>
              <a:gd name="connsiteX3" fmla="*/ 387439 w 405611"/>
              <a:gd name="connsiteY3" fmla="*/ 1644886 h 1644886"/>
              <a:gd name="connsiteX4" fmla="*/ 387365 w 405611"/>
              <a:gd name="connsiteY4" fmla="*/ 1566616 h 1644886"/>
              <a:gd name="connsiteX5" fmla="*/ 71154 w 405611"/>
              <a:gd name="connsiteY5" fmla="*/ 1569790 h 1644886"/>
              <a:gd name="connsiteX6" fmla="*/ 65837 w 405611"/>
              <a:gd name="connsiteY6" fmla="*/ 63837 h 1644886"/>
              <a:gd name="connsiteX7" fmla="*/ 405611 w 405611"/>
              <a:gd name="connsiteY7" fmla="*/ 69154 h 1644886"/>
              <a:gd name="connsiteX8" fmla="*/ 400294 w 405611"/>
              <a:gd name="connsiteY8" fmla="*/ 0 h 1644886"/>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63837 h 1644886"/>
              <a:gd name="connsiteX7" fmla="*/ 386561 w 400294"/>
              <a:gd name="connsiteY7" fmla="*/ 78679 h 1644886"/>
              <a:gd name="connsiteX8" fmla="*/ 400294 w 400294"/>
              <a:gd name="connsiteY8" fmla="*/ 0 h 1644886"/>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60662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414236"/>
              <a:gd name="connsiteY0" fmla="*/ 0 h 1641711"/>
              <a:gd name="connsiteX1" fmla="*/ 0 w 414236"/>
              <a:gd name="connsiteY1" fmla="*/ 2141 h 1641711"/>
              <a:gd name="connsiteX2" fmla="*/ 0 w 414236"/>
              <a:gd name="connsiteY2" fmla="*/ 1641711 h 1641711"/>
              <a:gd name="connsiteX3" fmla="*/ 387439 w 414236"/>
              <a:gd name="connsiteY3" fmla="*/ 1641711 h 1641711"/>
              <a:gd name="connsiteX4" fmla="*/ 379172 w 414236"/>
              <a:gd name="connsiteY4" fmla="*/ 1600163 h 1641711"/>
              <a:gd name="connsiteX5" fmla="*/ 387365 w 414236"/>
              <a:gd name="connsiteY5" fmla="*/ 1563441 h 1641711"/>
              <a:gd name="connsiteX6" fmla="*/ 71154 w 414236"/>
              <a:gd name="connsiteY6" fmla="*/ 1566615 h 1641711"/>
              <a:gd name="connsiteX7" fmla="*/ 65837 w 414236"/>
              <a:gd name="connsiteY7" fmla="*/ 76537 h 1641711"/>
              <a:gd name="connsiteX8" fmla="*/ 386561 w 414236"/>
              <a:gd name="connsiteY8" fmla="*/ 75504 h 1641711"/>
              <a:gd name="connsiteX9" fmla="*/ 384419 w 414236"/>
              <a:gd name="connsiteY9" fmla="*/ 0 h 1641711"/>
              <a:gd name="connsiteX0" fmla="*/ 384419 w 431494"/>
              <a:gd name="connsiteY0" fmla="*/ 0 h 1641711"/>
              <a:gd name="connsiteX1" fmla="*/ 0 w 431494"/>
              <a:gd name="connsiteY1" fmla="*/ 2141 h 1641711"/>
              <a:gd name="connsiteX2" fmla="*/ 0 w 431494"/>
              <a:gd name="connsiteY2" fmla="*/ 1641711 h 1641711"/>
              <a:gd name="connsiteX3" fmla="*/ 387439 w 431494"/>
              <a:gd name="connsiteY3" fmla="*/ 1641711 h 1641711"/>
              <a:gd name="connsiteX4" fmla="*/ 387365 w 431494"/>
              <a:gd name="connsiteY4" fmla="*/ 1563441 h 1641711"/>
              <a:gd name="connsiteX5" fmla="*/ 71154 w 431494"/>
              <a:gd name="connsiteY5" fmla="*/ 1566615 h 1641711"/>
              <a:gd name="connsiteX6" fmla="*/ 65837 w 431494"/>
              <a:gd name="connsiteY6" fmla="*/ 76537 h 1641711"/>
              <a:gd name="connsiteX7" fmla="*/ 386561 w 431494"/>
              <a:gd name="connsiteY7" fmla="*/ 75504 h 1641711"/>
              <a:gd name="connsiteX8" fmla="*/ 384419 w 431494"/>
              <a:gd name="connsiteY8" fmla="*/ 0 h 1641711"/>
              <a:gd name="connsiteX0" fmla="*/ 384419 w 409039"/>
              <a:gd name="connsiteY0" fmla="*/ 0 h 1642067"/>
              <a:gd name="connsiteX1" fmla="*/ 0 w 409039"/>
              <a:gd name="connsiteY1" fmla="*/ 2141 h 1642067"/>
              <a:gd name="connsiteX2" fmla="*/ 0 w 409039"/>
              <a:gd name="connsiteY2" fmla="*/ 1641711 h 1642067"/>
              <a:gd name="connsiteX3" fmla="*/ 387439 w 409039"/>
              <a:gd name="connsiteY3" fmla="*/ 1641711 h 1642067"/>
              <a:gd name="connsiteX4" fmla="*/ 387365 w 409039"/>
              <a:gd name="connsiteY4" fmla="*/ 1563441 h 1642067"/>
              <a:gd name="connsiteX5" fmla="*/ 71154 w 409039"/>
              <a:gd name="connsiteY5" fmla="*/ 1566615 h 1642067"/>
              <a:gd name="connsiteX6" fmla="*/ 65837 w 409039"/>
              <a:gd name="connsiteY6" fmla="*/ 76537 h 1642067"/>
              <a:gd name="connsiteX7" fmla="*/ 386561 w 409039"/>
              <a:gd name="connsiteY7" fmla="*/ 75504 h 1642067"/>
              <a:gd name="connsiteX8" fmla="*/ 384419 w 409039"/>
              <a:gd name="connsiteY8" fmla="*/ 0 h 1642067"/>
              <a:gd name="connsiteX0" fmla="*/ 384419 w 410804"/>
              <a:gd name="connsiteY0" fmla="*/ 0 h 1641711"/>
              <a:gd name="connsiteX1" fmla="*/ 0 w 410804"/>
              <a:gd name="connsiteY1" fmla="*/ 2141 h 1641711"/>
              <a:gd name="connsiteX2" fmla="*/ 0 w 410804"/>
              <a:gd name="connsiteY2" fmla="*/ 1641711 h 1641711"/>
              <a:gd name="connsiteX3" fmla="*/ 387439 w 410804"/>
              <a:gd name="connsiteY3" fmla="*/ 1641711 h 1641711"/>
              <a:gd name="connsiteX4" fmla="*/ 387365 w 410804"/>
              <a:gd name="connsiteY4" fmla="*/ 1563441 h 1641711"/>
              <a:gd name="connsiteX5" fmla="*/ 71154 w 410804"/>
              <a:gd name="connsiteY5" fmla="*/ 1566615 h 1641711"/>
              <a:gd name="connsiteX6" fmla="*/ 65837 w 410804"/>
              <a:gd name="connsiteY6" fmla="*/ 76537 h 1641711"/>
              <a:gd name="connsiteX7" fmla="*/ 386561 w 410804"/>
              <a:gd name="connsiteY7" fmla="*/ 75504 h 1641711"/>
              <a:gd name="connsiteX8" fmla="*/ 384419 w 410804"/>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79712 h 1644886"/>
              <a:gd name="connsiteX7" fmla="*/ 386561 w 400294"/>
              <a:gd name="connsiteY7" fmla="*/ 78679 h 1644886"/>
              <a:gd name="connsiteX8" fmla="*/ 400294 w 400294"/>
              <a:gd name="connsiteY8" fmla="*/ 0 h 1644886"/>
              <a:gd name="connsiteX0" fmla="*/ 37806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7806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439" h="1641711">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96" name="TextBox 64"/>
          <p:cNvSpPr txBox="1">
            <a:spLocks noChangeArrowheads="1"/>
          </p:cNvSpPr>
          <p:nvPr/>
        </p:nvSpPr>
        <p:spPr bwMode="auto">
          <a:xfrm>
            <a:off x="14874109" y="11068587"/>
            <a:ext cx="241563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900">
                <a:solidFill>
                  <a:schemeClr val="tx1"/>
                </a:solidFill>
                <a:latin typeface="Arial Narrow" charset="0"/>
                <a:ea typeface="ＭＳ Ｐゴシック" charset="-128"/>
              </a:defRPr>
            </a:lvl1pPr>
            <a:lvl2pPr marL="742950" indent="-285750">
              <a:defRPr sz="2900">
                <a:solidFill>
                  <a:schemeClr val="tx1"/>
                </a:solidFill>
                <a:latin typeface="Arial Narrow" charset="0"/>
                <a:ea typeface="ＭＳ Ｐゴシック" charset="-128"/>
              </a:defRPr>
            </a:lvl2pPr>
            <a:lvl3pPr marL="1143000" indent="-228600">
              <a:defRPr sz="2900">
                <a:solidFill>
                  <a:schemeClr val="tx1"/>
                </a:solidFill>
                <a:latin typeface="Arial Narrow" charset="0"/>
                <a:ea typeface="ＭＳ Ｐゴシック" charset="-128"/>
              </a:defRPr>
            </a:lvl3pPr>
            <a:lvl4pPr marL="1600200" indent="-228600">
              <a:defRPr sz="2900">
                <a:solidFill>
                  <a:schemeClr val="tx1"/>
                </a:solidFill>
                <a:latin typeface="Arial Narrow" charset="0"/>
                <a:ea typeface="ＭＳ Ｐゴシック" charset="-128"/>
              </a:defRPr>
            </a:lvl4pPr>
            <a:lvl5pPr marL="2057400" indent="-228600">
              <a:defRPr sz="2900">
                <a:solidFill>
                  <a:schemeClr val="tx1"/>
                </a:solidFill>
                <a:latin typeface="Arial Narrow" charset="0"/>
                <a:ea typeface="ＭＳ Ｐゴシック" charset="-128"/>
              </a:defRPr>
            </a:lvl5pPr>
            <a:lvl6pPr marL="2514600" indent="-228600" eaLnBrk="0" fontAlgn="base" hangingPunct="0">
              <a:spcBef>
                <a:spcPct val="0"/>
              </a:spcBef>
              <a:spcAft>
                <a:spcPct val="0"/>
              </a:spcAft>
              <a:defRPr sz="2900">
                <a:solidFill>
                  <a:schemeClr val="tx1"/>
                </a:solidFill>
                <a:latin typeface="Arial Narrow" charset="0"/>
                <a:ea typeface="ＭＳ Ｐゴシック" charset="-128"/>
              </a:defRPr>
            </a:lvl6pPr>
            <a:lvl7pPr marL="2971800" indent="-228600" eaLnBrk="0" fontAlgn="base" hangingPunct="0">
              <a:spcBef>
                <a:spcPct val="0"/>
              </a:spcBef>
              <a:spcAft>
                <a:spcPct val="0"/>
              </a:spcAft>
              <a:defRPr sz="2900">
                <a:solidFill>
                  <a:schemeClr val="tx1"/>
                </a:solidFill>
                <a:latin typeface="Arial Narrow" charset="0"/>
                <a:ea typeface="ＭＳ Ｐゴシック" charset="-128"/>
              </a:defRPr>
            </a:lvl7pPr>
            <a:lvl8pPr marL="3429000" indent="-228600" eaLnBrk="0" fontAlgn="base" hangingPunct="0">
              <a:spcBef>
                <a:spcPct val="0"/>
              </a:spcBef>
              <a:spcAft>
                <a:spcPct val="0"/>
              </a:spcAft>
              <a:defRPr sz="2900">
                <a:solidFill>
                  <a:schemeClr val="tx1"/>
                </a:solidFill>
                <a:latin typeface="Arial Narrow" charset="0"/>
                <a:ea typeface="ＭＳ Ｐゴシック" charset="-128"/>
              </a:defRPr>
            </a:lvl8pPr>
            <a:lvl9pPr marL="3886200" indent="-228600" eaLnBrk="0" fontAlgn="base" hangingPunct="0">
              <a:spcBef>
                <a:spcPct val="0"/>
              </a:spcBef>
              <a:spcAft>
                <a:spcPct val="0"/>
              </a:spcAft>
              <a:defRPr sz="2900">
                <a:solidFill>
                  <a:schemeClr val="tx1"/>
                </a:solidFill>
                <a:latin typeface="Arial Narrow" charset="0"/>
                <a:ea typeface="ＭＳ Ｐゴシック" charset="-128"/>
              </a:defRPr>
            </a:lvl9pPr>
          </a:lstStyle>
          <a:p>
            <a:r>
              <a:rPr lang="en-US" altLang="en-US" sz="2000" b="1" dirty="0">
                <a:solidFill>
                  <a:schemeClr val="accent3"/>
                </a:solidFill>
                <a:latin typeface="Arial" charset="0"/>
                <a:ea typeface="Arial" charset="0"/>
              </a:rPr>
              <a:t>Figure B: neqinue dignissim, and  int aliquet nisl eumis.</a:t>
            </a:r>
          </a:p>
        </p:txBody>
      </p:sp>
      <p:sp>
        <p:nvSpPr>
          <p:cNvPr id="97" name="Freeform 96"/>
          <p:cNvSpPr/>
          <p:nvPr/>
        </p:nvSpPr>
        <p:spPr>
          <a:xfrm>
            <a:off x="14688486" y="10838121"/>
            <a:ext cx="349749" cy="1556722"/>
          </a:xfrm>
          <a:custGeom>
            <a:avLst/>
            <a:gdLst>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72768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72768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4713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87397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65837 w 376733"/>
              <a:gd name="connsiteY5" fmla="*/ 1591055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76733"/>
              <a:gd name="connsiteY0" fmla="*/ 0 h 1645920"/>
              <a:gd name="connsiteX1" fmla="*/ 0 w 376733"/>
              <a:gd name="connsiteY1" fmla="*/ 0 h 1645920"/>
              <a:gd name="connsiteX2" fmla="*/ 0 w 376733"/>
              <a:gd name="connsiteY2" fmla="*/ 1645920 h 1645920"/>
              <a:gd name="connsiteX3" fmla="*/ 376733 w 376733"/>
              <a:gd name="connsiteY3" fmla="*/ 1645920 h 1645920"/>
              <a:gd name="connsiteX4" fmla="*/ 376733 w 376733"/>
              <a:gd name="connsiteY4" fmla="*/ 1591056 h 1645920"/>
              <a:gd name="connsiteX5" fmla="*/ 71154 w 376733"/>
              <a:gd name="connsiteY5" fmla="*/ 1564474 h 1645920"/>
              <a:gd name="connsiteX6" fmla="*/ 65837 w 376733"/>
              <a:gd name="connsiteY6" fmla="*/ 58521 h 1645920"/>
              <a:gd name="connsiteX7" fmla="*/ 336499 w 376733"/>
              <a:gd name="connsiteY7" fmla="*/ 58521 h 1645920"/>
              <a:gd name="connsiteX8" fmla="*/ 336499 w 376733"/>
              <a:gd name="connsiteY8" fmla="*/ 0 h 1645920"/>
              <a:gd name="connsiteX0" fmla="*/ 336499 w 387365"/>
              <a:gd name="connsiteY0" fmla="*/ 0 h 1645920"/>
              <a:gd name="connsiteX1" fmla="*/ 0 w 387365"/>
              <a:gd name="connsiteY1" fmla="*/ 0 h 1645920"/>
              <a:gd name="connsiteX2" fmla="*/ 0 w 387365"/>
              <a:gd name="connsiteY2" fmla="*/ 1645920 h 1645920"/>
              <a:gd name="connsiteX3" fmla="*/ 376733 w 387365"/>
              <a:gd name="connsiteY3" fmla="*/ 1645920 h 1645920"/>
              <a:gd name="connsiteX4" fmla="*/ 387365 w 387365"/>
              <a:gd name="connsiteY4" fmla="*/ 1564475 h 1645920"/>
              <a:gd name="connsiteX5" fmla="*/ 71154 w 387365"/>
              <a:gd name="connsiteY5" fmla="*/ 1564474 h 1645920"/>
              <a:gd name="connsiteX6" fmla="*/ 65837 w 387365"/>
              <a:gd name="connsiteY6" fmla="*/ 58521 h 1645920"/>
              <a:gd name="connsiteX7" fmla="*/ 336499 w 387365"/>
              <a:gd name="connsiteY7" fmla="*/ 58521 h 1645920"/>
              <a:gd name="connsiteX8" fmla="*/ 336499 w 387365"/>
              <a:gd name="connsiteY8" fmla="*/ 0 h 1645920"/>
              <a:gd name="connsiteX0" fmla="*/ 336499 w 405611"/>
              <a:gd name="connsiteY0" fmla="*/ 0 h 1645920"/>
              <a:gd name="connsiteX1" fmla="*/ 0 w 405611"/>
              <a:gd name="connsiteY1" fmla="*/ 0 h 1645920"/>
              <a:gd name="connsiteX2" fmla="*/ 0 w 405611"/>
              <a:gd name="connsiteY2" fmla="*/ 1645920 h 1645920"/>
              <a:gd name="connsiteX3" fmla="*/ 376733 w 405611"/>
              <a:gd name="connsiteY3" fmla="*/ 1645920 h 1645920"/>
              <a:gd name="connsiteX4" fmla="*/ 387365 w 405611"/>
              <a:gd name="connsiteY4" fmla="*/ 1564475 h 1645920"/>
              <a:gd name="connsiteX5" fmla="*/ 71154 w 405611"/>
              <a:gd name="connsiteY5" fmla="*/ 1564474 h 1645920"/>
              <a:gd name="connsiteX6" fmla="*/ 65837 w 405611"/>
              <a:gd name="connsiteY6" fmla="*/ 58521 h 1645920"/>
              <a:gd name="connsiteX7" fmla="*/ 405611 w 405611"/>
              <a:gd name="connsiteY7" fmla="*/ 63838 h 1645920"/>
              <a:gd name="connsiteX8" fmla="*/ 336499 w 405611"/>
              <a:gd name="connsiteY8" fmla="*/ 0 h 1645920"/>
              <a:gd name="connsiteX0" fmla="*/ 400294 w 405611"/>
              <a:gd name="connsiteY0" fmla="*/ 0 h 1651236"/>
              <a:gd name="connsiteX1" fmla="*/ 0 w 405611"/>
              <a:gd name="connsiteY1" fmla="*/ 5316 h 1651236"/>
              <a:gd name="connsiteX2" fmla="*/ 0 w 405611"/>
              <a:gd name="connsiteY2" fmla="*/ 1651236 h 1651236"/>
              <a:gd name="connsiteX3" fmla="*/ 376733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403314 w 405611"/>
              <a:gd name="connsiteY3" fmla="*/ 165123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9791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71490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9371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51236"/>
              <a:gd name="connsiteX1" fmla="*/ 0 w 405611"/>
              <a:gd name="connsiteY1" fmla="*/ 5316 h 1651236"/>
              <a:gd name="connsiteX2" fmla="*/ 0 w 405611"/>
              <a:gd name="connsiteY2" fmla="*/ 1651236 h 1651236"/>
              <a:gd name="connsiteX3" fmla="*/ 387439 w 405611"/>
              <a:gd name="connsiteY3" fmla="*/ 1644886 h 1651236"/>
              <a:gd name="connsiteX4" fmla="*/ 387365 w 405611"/>
              <a:gd name="connsiteY4" fmla="*/ 1566616 h 1651236"/>
              <a:gd name="connsiteX5" fmla="*/ 71154 w 405611"/>
              <a:gd name="connsiteY5" fmla="*/ 1569790 h 1651236"/>
              <a:gd name="connsiteX6" fmla="*/ 65837 w 405611"/>
              <a:gd name="connsiteY6" fmla="*/ 63837 h 1651236"/>
              <a:gd name="connsiteX7" fmla="*/ 405611 w 405611"/>
              <a:gd name="connsiteY7" fmla="*/ 69154 h 1651236"/>
              <a:gd name="connsiteX8" fmla="*/ 400294 w 405611"/>
              <a:gd name="connsiteY8" fmla="*/ 0 h 1651236"/>
              <a:gd name="connsiteX0" fmla="*/ 400294 w 405611"/>
              <a:gd name="connsiteY0" fmla="*/ 0 h 1644886"/>
              <a:gd name="connsiteX1" fmla="*/ 0 w 405611"/>
              <a:gd name="connsiteY1" fmla="*/ 5316 h 1644886"/>
              <a:gd name="connsiteX2" fmla="*/ 0 w 405611"/>
              <a:gd name="connsiteY2" fmla="*/ 1644886 h 1644886"/>
              <a:gd name="connsiteX3" fmla="*/ 387439 w 405611"/>
              <a:gd name="connsiteY3" fmla="*/ 1644886 h 1644886"/>
              <a:gd name="connsiteX4" fmla="*/ 387365 w 405611"/>
              <a:gd name="connsiteY4" fmla="*/ 1566616 h 1644886"/>
              <a:gd name="connsiteX5" fmla="*/ 71154 w 405611"/>
              <a:gd name="connsiteY5" fmla="*/ 1569790 h 1644886"/>
              <a:gd name="connsiteX6" fmla="*/ 65837 w 405611"/>
              <a:gd name="connsiteY6" fmla="*/ 63837 h 1644886"/>
              <a:gd name="connsiteX7" fmla="*/ 405611 w 405611"/>
              <a:gd name="connsiteY7" fmla="*/ 69154 h 1644886"/>
              <a:gd name="connsiteX8" fmla="*/ 400294 w 405611"/>
              <a:gd name="connsiteY8" fmla="*/ 0 h 1644886"/>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63837 h 1644886"/>
              <a:gd name="connsiteX7" fmla="*/ 386561 w 400294"/>
              <a:gd name="connsiteY7" fmla="*/ 78679 h 1644886"/>
              <a:gd name="connsiteX8" fmla="*/ 400294 w 400294"/>
              <a:gd name="connsiteY8" fmla="*/ 0 h 1644886"/>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60662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414236"/>
              <a:gd name="connsiteY0" fmla="*/ 0 h 1641711"/>
              <a:gd name="connsiteX1" fmla="*/ 0 w 414236"/>
              <a:gd name="connsiteY1" fmla="*/ 2141 h 1641711"/>
              <a:gd name="connsiteX2" fmla="*/ 0 w 414236"/>
              <a:gd name="connsiteY2" fmla="*/ 1641711 h 1641711"/>
              <a:gd name="connsiteX3" fmla="*/ 387439 w 414236"/>
              <a:gd name="connsiteY3" fmla="*/ 1641711 h 1641711"/>
              <a:gd name="connsiteX4" fmla="*/ 379172 w 414236"/>
              <a:gd name="connsiteY4" fmla="*/ 1600163 h 1641711"/>
              <a:gd name="connsiteX5" fmla="*/ 387365 w 414236"/>
              <a:gd name="connsiteY5" fmla="*/ 1563441 h 1641711"/>
              <a:gd name="connsiteX6" fmla="*/ 71154 w 414236"/>
              <a:gd name="connsiteY6" fmla="*/ 1566615 h 1641711"/>
              <a:gd name="connsiteX7" fmla="*/ 65837 w 414236"/>
              <a:gd name="connsiteY7" fmla="*/ 76537 h 1641711"/>
              <a:gd name="connsiteX8" fmla="*/ 386561 w 414236"/>
              <a:gd name="connsiteY8" fmla="*/ 75504 h 1641711"/>
              <a:gd name="connsiteX9" fmla="*/ 384419 w 414236"/>
              <a:gd name="connsiteY9" fmla="*/ 0 h 1641711"/>
              <a:gd name="connsiteX0" fmla="*/ 384419 w 431494"/>
              <a:gd name="connsiteY0" fmla="*/ 0 h 1641711"/>
              <a:gd name="connsiteX1" fmla="*/ 0 w 431494"/>
              <a:gd name="connsiteY1" fmla="*/ 2141 h 1641711"/>
              <a:gd name="connsiteX2" fmla="*/ 0 w 431494"/>
              <a:gd name="connsiteY2" fmla="*/ 1641711 h 1641711"/>
              <a:gd name="connsiteX3" fmla="*/ 387439 w 431494"/>
              <a:gd name="connsiteY3" fmla="*/ 1641711 h 1641711"/>
              <a:gd name="connsiteX4" fmla="*/ 387365 w 431494"/>
              <a:gd name="connsiteY4" fmla="*/ 1563441 h 1641711"/>
              <a:gd name="connsiteX5" fmla="*/ 71154 w 431494"/>
              <a:gd name="connsiteY5" fmla="*/ 1566615 h 1641711"/>
              <a:gd name="connsiteX6" fmla="*/ 65837 w 431494"/>
              <a:gd name="connsiteY6" fmla="*/ 76537 h 1641711"/>
              <a:gd name="connsiteX7" fmla="*/ 386561 w 431494"/>
              <a:gd name="connsiteY7" fmla="*/ 75504 h 1641711"/>
              <a:gd name="connsiteX8" fmla="*/ 384419 w 431494"/>
              <a:gd name="connsiteY8" fmla="*/ 0 h 1641711"/>
              <a:gd name="connsiteX0" fmla="*/ 384419 w 409039"/>
              <a:gd name="connsiteY0" fmla="*/ 0 h 1642067"/>
              <a:gd name="connsiteX1" fmla="*/ 0 w 409039"/>
              <a:gd name="connsiteY1" fmla="*/ 2141 h 1642067"/>
              <a:gd name="connsiteX2" fmla="*/ 0 w 409039"/>
              <a:gd name="connsiteY2" fmla="*/ 1641711 h 1642067"/>
              <a:gd name="connsiteX3" fmla="*/ 387439 w 409039"/>
              <a:gd name="connsiteY3" fmla="*/ 1641711 h 1642067"/>
              <a:gd name="connsiteX4" fmla="*/ 387365 w 409039"/>
              <a:gd name="connsiteY4" fmla="*/ 1563441 h 1642067"/>
              <a:gd name="connsiteX5" fmla="*/ 71154 w 409039"/>
              <a:gd name="connsiteY5" fmla="*/ 1566615 h 1642067"/>
              <a:gd name="connsiteX6" fmla="*/ 65837 w 409039"/>
              <a:gd name="connsiteY6" fmla="*/ 76537 h 1642067"/>
              <a:gd name="connsiteX7" fmla="*/ 386561 w 409039"/>
              <a:gd name="connsiteY7" fmla="*/ 75504 h 1642067"/>
              <a:gd name="connsiteX8" fmla="*/ 384419 w 409039"/>
              <a:gd name="connsiteY8" fmla="*/ 0 h 1642067"/>
              <a:gd name="connsiteX0" fmla="*/ 384419 w 410804"/>
              <a:gd name="connsiteY0" fmla="*/ 0 h 1641711"/>
              <a:gd name="connsiteX1" fmla="*/ 0 w 410804"/>
              <a:gd name="connsiteY1" fmla="*/ 2141 h 1641711"/>
              <a:gd name="connsiteX2" fmla="*/ 0 w 410804"/>
              <a:gd name="connsiteY2" fmla="*/ 1641711 h 1641711"/>
              <a:gd name="connsiteX3" fmla="*/ 387439 w 410804"/>
              <a:gd name="connsiteY3" fmla="*/ 1641711 h 1641711"/>
              <a:gd name="connsiteX4" fmla="*/ 387365 w 410804"/>
              <a:gd name="connsiteY4" fmla="*/ 1563441 h 1641711"/>
              <a:gd name="connsiteX5" fmla="*/ 71154 w 410804"/>
              <a:gd name="connsiteY5" fmla="*/ 1566615 h 1641711"/>
              <a:gd name="connsiteX6" fmla="*/ 65837 w 410804"/>
              <a:gd name="connsiteY6" fmla="*/ 76537 h 1641711"/>
              <a:gd name="connsiteX7" fmla="*/ 386561 w 410804"/>
              <a:gd name="connsiteY7" fmla="*/ 75504 h 1641711"/>
              <a:gd name="connsiteX8" fmla="*/ 384419 w 410804"/>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 name="connsiteX0" fmla="*/ 400294 w 400294"/>
              <a:gd name="connsiteY0" fmla="*/ 0 h 1644886"/>
              <a:gd name="connsiteX1" fmla="*/ 0 w 400294"/>
              <a:gd name="connsiteY1" fmla="*/ 5316 h 1644886"/>
              <a:gd name="connsiteX2" fmla="*/ 0 w 400294"/>
              <a:gd name="connsiteY2" fmla="*/ 1644886 h 1644886"/>
              <a:gd name="connsiteX3" fmla="*/ 387439 w 400294"/>
              <a:gd name="connsiteY3" fmla="*/ 1644886 h 1644886"/>
              <a:gd name="connsiteX4" fmla="*/ 387365 w 400294"/>
              <a:gd name="connsiteY4" fmla="*/ 1566616 h 1644886"/>
              <a:gd name="connsiteX5" fmla="*/ 71154 w 400294"/>
              <a:gd name="connsiteY5" fmla="*/ 1569790 h 1644886"/>
              <a:gd name="connsiteX6" fmla="*/ 65837 w 400294"/>
              <a:gd name="connsiteY6" fmla="*/ 79712 h 1644886"/>
              <a:gd name="connsiteX7" fmla="*/ 386561 w 400294"/>
              <a:gd name="connsiteY7" fmla="*/ 78679 h 1644886"/>
              <a:gd name="connsiteX8" fmla="*/ 400294 w 400294"/>
              <a:gd name="connsiteY8" fmla="*/ 0 h 1644886"/>
              <a:gd name="connsiteX0" fmla="*/ 37806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78069 w 387439"/>
              <a:gd name="connsiteY8" fmla="*/ 0 h 1641711"/>
              <a:gd name="connsiteX0" fmla="*/ 384419 w 387439"/>
              <a:gd name="connsiteY0" fmla="*/ 0 h 1641711"/>
              <a:gd name="connsiteX1" fmla="*/ 0 w 387439"/>
              <a:gd name="connsiteY1" fmla="*/ 2141 h 1641711"/>
              <a:gd name="connsiteX2" fmla="*/ 0 w 387439"/>
              <a:gd name="connsiteY2" fmla="*/ 1641711 h 1641711"/>
              <a:gd name="connsiteX3" fmla="*/ 387439 w 387439"/>
              <a:gd name="connsiteY3" fmla="*/ 1641711 h 1641711"/>
              <a:gd name="connsiteX4" fmla="*/ 387365 w 387439"/>
              <a:gd name="connsiteY4" fmla="*/ 1563441 h 1641711"/>
              <a:gd name="connsiteX5" fmla="*/ 71154 w 387439"/>
              <a:gd name="connsiteY5" fmla="*/ 1566615 h 1641711"/>
              <a:gd name="connsiteX6" fmla="*/ 65837 w 387439"/>
              <a:gd name="connsiteY6" fmla="*/ 76537 h 1641711"/>
              <a:gd name="connsiteX7" fmla="*/ 386561 w 387439"/>
              <a:gd name="connsiteY7" fmla="*/ 75504 h 1641711"/>
              <a:gd name="connsiteX8" fmla="*/ 384419 w 387439"/>
              <a:gd name="connsiteY8" fmla="*/ 0 h 164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87439" h="1641711">
                <a:moveTo>
                  <a:pt x="384419" y="0"/>
                </a:moveTo>
                <a:lnTo>
                  <a:pt x="0" y="2141"/>
                </a:lnTo>
                <a:lnTo>
                  <a:pt x="0" y="1641711"/>
                </a:lnTo>
                <a:lnTo>
                  <a:pt x="387439" y="1641711"/>
                </a:lnTo>
                <a:cubicBezTo>
                  <a:pt x="387414" y="1615621"/>
                  <a:pt x="387390" y="1589531"/>
                  <a:pt x="387365" y="1563441"/>
                </a:cubicBezTo>
                <a:lnTo>
                  <a:pt x="71154" y="1566615"/>
                </a:lnTo>
                <a:cubicBezTo>
                  <a:pt x="68495" y="821576"/>
                  <a:pt x="68495" y="821576"/>
                  <a:pt x="65837" y="76537"/>
                </a:cubicBezTo>
                <a:lnTo>
                  <a:pt x="386561" y="75504"/>
                </a:lnTo>
                <a:lnTo>
                  <a:pt x="384419" y="0"/>
                </a:lnTo>
                <a:close/>
              </a:path>
            </a:pathLst>
          </a:cu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cxnSp>
        <p:nvCxnSpPr>
          <p:cNvPr id="99" name="Straight Connector 98"/>
          <p:cNvCxnSpPr/>
          <p:nvPr/>
        </p:nvCxnSpPr>
        <p:spPr bwMode="auto">
          <a:xfrm flipV="1">
            <a:off x="28347550" y="10939630"/>
            <a:ext cx="8229600" cy="0"/>
          </a:xfrm>
          <a:prstGeom prst="line">
            <a:avLst/>
          </a:prstGeom>
          <a:noFill/>
          <a:ln w="25400" cap="flat" cmpd="sng" algn="ctr">
            <a:solidFill>
              <a:schemeClr val="tx1"/>
            </a:solidFill>
            <a:prstDash val="dash"/>
            <a:round/>
            <a:headEnd type="none" w="med" len="med"/>
            <a:tailEnd type="none" w="med" len="med"/>
          </a:ln>
          <a:effectLst/>
        </p:spPr>
      </p:cxnSp>
      <p:cxnSp>
        <p:nvCxnSpPr>
          <p:cNvPr id="100" name="Straight Connector 99"/>
          <p:cNvCxnSpPr/>
          <p:nvPr/>
        </p:nvCxnSpPr>
        <p:spPr bwMode="auto">
          <a:xfrm>
            <a:off x="9760667" y="14088242"/>
            <a:ext cx="8250243" cy="0"/>
          </a:xfrm>
          <a:prstGeom prst="line">
            <a:avLst/>
          </a:prstGeom>
          <a:noFill/>
          <a:ln w="25400" cap="flat" cmpd="sng" algn="ctr">
            <a:solidFill>
              <a:schemeClr val="tx1"/>
            </a:solidFill>
            <a:prstDash val="dash"/>
            <a:round/>
            <a:headEnd type="none" w="med" len="med"/>
            <a:tailEnd type="none" w="med" len="med"/>
          </a:ln>
          <a:effectLst/>
        </p:spPr>
      </p:cxnSp>
      <p:cxnSp>
        <p:nvCxnSpPr>
          <p:cNvPr id="101" name="Straight Connector 100"/>
          <p:cNvCxnSpPr/>
          <p:nvPr/>
        </p:nvCxnSpPr>
        <p:spPr bwMode="auto">
          <a:xfrm>
            <a:off x="762058" y="8065804"/>
            <a:ext cx="8104851" cy="0"/>
          </a:xfrm>
          <a:prstGeom prst="line">
            <a:avLst/>
          </a:prstGeom>
          <a:noFill/>
          <a:ln w="25400" cap="flat" cmpd="sng" algn="ctr">
            <a:solidFill>
              <a:schemeClr val="tx1"/>
            </a:solidFill>
            <a:prstDash val="dash"/>
            <a:round/>
            <a:headEnd type="none" w="med" len="med"/>
            <a:tailEnd type="none" w="med" len="med"/>
          </a:ln>
          <a:effectLst/>
        </p:spPr>
      </p:cxnSp>
      <p:cxnSp>
        <p:nvCxnSpPr>
          <p:cNvPr id="102" name="Straight Connector 101"/>
          <p:cNvCxnSpPr/>
          <p:nvPr/>
        </p:nvCxnSpPr>
        <p:spPr bwMode="auto">
          <a:xfrm flipV="1">
            <a:off x="28382276" y="15317320"/>
            <a:ext cx="8229600" cy="0"/>
          </a:xfrm>
          <a:prstGeom prst="line">
            <a:avLst/>
          </a:prstGeom>
          <a:noFill/>
          <a:ln w="25400" cap="flat" cmpd="sng" algn="ctr">
            <a:solidFill>
              <a:schemeClr val="tx1"/>
            </a:solidFill>
            <a:prstDash val="dash"/>
            <a:round/>
            <a:headEnd type="none" w="med" len="med"/>
            <a:tailEnd type="none" w="med" len="med"/>
          </a:ln>
          <a:effectLst/>
        </p:spPr>
      </p:cxnSp>
      <p:graphicFrame>
        <p:nvGraphicFramePr>
          <p:cNvPr id="105" name="Chart 4"/>
          <p:cNvGraphicFramePr>
            <a:graphicFrameLocks/>
          </p:cNvGraphicFramePr>
          <p:nvPr>
            <p:extLst>
              <p:ext uri="{D42A27DB-BD31-4B8C-83A1-F6EECF244321}">
                <p14:modId xmlns:p14="http://schemas.microsoft.com/office/powerpoint/2010/main" val="1592238192"/>
              </p:ext>
            </p:extLst>
          </p:nvPr>
        </p:nvGraphicFramePr>
        <p:xfrm>
          <a:off x="13918434" y="14418664"/>
          <a:ext cx="4478422" cy="4201117"/>
        </p:xfrm>
        <a:graphic>
          <a:graphicData uri="http://schemas.openxmlformats.org/drawingml/2006/chart">
            <c:chart xmlns:c="http://schemas.openxmlformats.org/drawingml/2006/chart" xmlns:r="http://schemas.openxmlformats.org/officeDocument/2006/relationships" r:id="rId42"/>
          </a:graphicData>
        </a:graphic>
      </p:graphicFrame>
      <p:cxnSp>
        <p:nvCxnSpPr>
          <p:cNvPr id="106" name="Straight Connector 105"/>
          <p:cNvCxnSpPr/>
          <p:nvPr/>
        </p:nvCxnSpPr>
        <p:spPr bwMode="auto">
          <a:xfrm>
            <a:off x="9918520" y="9520493"/>
            <a:ext cx="8120098" cy="0"/>
          </a:xfrm>
          <a:prstGeom prst="line">
            <a:avLst/>
          </a:prstGeom>
          <a:noFill/>
          <a:ln w="25400" cap="flat" cmpd="sng" algn="ctr">
            <a:solidFill>
              <a:schemeClr val="tx1"/>
            </a:solidFill>
            <a:prstDash val="dash"/>
            <a:round/>
            <a:headEnd type="none" w="med" len="med"/>
            <a:tailEnd type="none" w="med" len="med"/>
          </a:ln>
          <a:effectLst/>
        </p:spPr>
      </p:cxnSp>
      <p:pic>
        <p:nvPicPr>
          <p:cNvPr id="37" name="Picture 36"/>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14422172" y="14577962"/>
            <a:ext cx="464970" cy="464970"/>
          </a:xfrm>
          <a:prstGeom prst="rect">
            <a:avLst/>
          </a:prstGeom>
        </p:spPr>
      </p:pic>
    </p:spTree>
    <p:extLst>
      <p:ext uri="{BB962C8B-B14F-4D97-AF65-F5344CB8AC3E}">
        <p14:creationId xmlns:p14="http://schemas.microsoft.com/office/powerpoint/2010/main" val="36028418"/>
      </p:ext>
    </p:extLst>
  </p:cSld>
  <p:clrMapOvr>
    <a:masterClrMapping/>
  </p:clrMapOvr>
</p:sld>
</file>

<file path=ppt/theme/theme1.xml><?xml version="1.0" encoding="utf-8"?>
<a:theme xmlns:a="http://schemas.openxmlformats.org/drawingml/2006/main" name="1_Research Poster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UB Powerpoint Theme</Template>
  <TotalTime>525</TotalTime>
  <Words>472</Words>
  <Application>Microsoft Office PowerPoint</Application>
  <PresentationFormat>Custom</PresentationFormat>
  <Paragraphs>58</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1_Research Poster Template</vt:lpstr>
      <vt:lpstr>PowerPoint Presentation</vt:lpstr>
    </vt:vector>
  </TitlesOfParts>
  <Manager/>
  <Company>© University at Buffalo</Company>
  <LinksUpToDate>false</LinksUpToDate>
  <SharedDoc>false</SharedDoc>
  <HyperlinkBase>www.buffalo.edu/brand</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Research Poster Template</dc:title>
  <dc:subject/>
  <dc:creator>Constanza Torres</dc:creator>
  <cp:keywords/>
  <dc:description/>
  <cp:lastModifiedBy>Maria Torres</cp:lastModifiedBy>
  <cp:revision>66</cp:revision>
  <cp:lastPrinted>2016-09-29T19:48:31Z</cp:lastPrinted>
  <dcterms:created xsi:type="dcterms:W3CDTF">2016-09-29T18:43:16Z</dcterms:created>
  <dcterms:modified xsi:type="dcterms:W3CDTF">2026-09-26T17:07:16Z</dcterms:modified>
  <cp:category/>
</cp:coreProperties>
</file>